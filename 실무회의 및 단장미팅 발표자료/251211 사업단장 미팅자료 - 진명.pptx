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BE44D8C-D821-5335-F71F-16598161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404"/>
            <a:ext cx="9906000" cy="4959310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140701"/>
            <a:ext cx="82450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GPU,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프로브스테이션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B1500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장비 금액 감소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 - 96,796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대부분의 감가는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GPU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발생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GPU, EDA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용역 계약 진행 편성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 + 39,600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보류 원고에 대한 원고료 지급 예정 철회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 - 7,500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algn="r">
              <a:spcAft>
                <a:spcPts val="600"/>
              </a:spcAft>
            </a:pP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상세 금액 구체화 진행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76DE7121-4413-02A4-E5C6-D9FD5E320A08}"/>
              </a:ext>
            </a:extLst>
          </p:cNvPr>
          <p:cNvSpPr/>
          <p:nvPr/>
        </p:nvSpPr>
        <p:spPr bwMode="auto">
          <a:xfrm>
            <a:off x="684657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4558</TotalTime>
  <Words>71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102</cp:revision>
  <cp:lastPrinted>2025-12-04T00:07:00Z</cp:lastPrinted>
  <dcterms:created xsi:type="dcterms:W3CDTF">2014-04-25T06:32:56Z</dcterms:created>
  <dcterms:modified xsi:type="dcterms:W3CDTF">2025-12-10T08:04:50Z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
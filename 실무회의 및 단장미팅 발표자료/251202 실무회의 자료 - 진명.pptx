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9866313" cy="67357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19" d="100"/>
          <a:sy n="119" d="100"/>
        </p:scale>
        <p:origin x="1254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122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4275402" cy="336788"/>
          </a:xfrm>
          <a:prstGeom prst="rect">
            <a:avLst/>
          </a:prstGeom>
        </p:spPr>
        <p:txBody>
          <a:bodyPr vert="horz" lIns="90745" tIns="45373" rIns="90745" bIns="4537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8631" y="0"/>
            <a:ext cx="4275402" cy="336788"/>
          </a:xfrm>
          <a:prstGeom prst="rect">
            <a:avLst/>
          </a:prstGeom>
        </p:spPr>
        <p:txBody>
          <a:bodyPr vert="horz" lIns="90745" tIns="45373" rIns="90745" bIns="45373" rtlCol="0"/>
          <a:lstStyle>
            <a:lvl1pPr algn="r">
              <a:defRPr sz="1200"/>
            </a:lvl1pPr>
          </a:lstStyle>
          <a:p>
            <a:fld id="{3CD2ACDA-7BB5-4D83-9D1E-40BA6ED2D672}" type="datetimeFigureOut">
              <a:rPr lang="ko-KR" altLang="en-US" smtClean="0"/>
              <a:pPr/>
              <a:t>2025-12-01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6397806"/>
            <a:ext cx="4275402" cy="336788"/>
          </a:xfrm>
          <a:prstGeom prst="rect">
            <a:avLst/>
          </a:prstGeom>
        </p:spPr>
        <p:txBody>
          <a:bodyPr vert="horz" lIns="90745" tIns="45373" rIns="90745" bIns="4537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8631" y="6397806"/>
            <a:ext cx="4275402" cy="336788"/>
          </a:xfrm>
          <a:prstGeom prst="rect">
            <a:avLst/>
          </a:prstGeom>
        </p:spPr>
        <p:txBody>
          <a:bodyPr vert="horz" lIns="90745" tIns="45373" rIns="90745" bIns="45373" rtlCol="0" anchor="b"/>
          <a:lstStyle>
            <a:lvl1pPr algn="r">
              <a:defRPr sz="12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4275402" cy="337958"/>
          </a:xfrm>
          <a:prstGeom prst="rect">
            <a:avLst/>
          </a:prstGeom>
        </p:spPr>
        <p:txBody>
          <a:bodyPr vert="horz" lIns="90745" tIns="45373" rIns="90745" bIns="4537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31" y="1"/>
            <a:ext cx="4275402" cy="337958"/>
          </a:xfrm>
          <a:prstGeom prst="rect">
            <a:avLst/>
          </a:prstGeom>
        </p:spPr>
        <p:txBody>
          <a:bodyPr vert="horz" lIns="90745" tIns="45373" rIns="90745" bIns="45373" rtlCol="0"/>
          <a:lstStyle>
            <a:lvl1pPr algn="r">
              <a:defRPr sz="1200"/>
            </a:lvl1pPr>
          </a:lstStyle>
          <a:p>
            <a:fld id="{1932AF9E-6075-47ED-A5F2-B86042DA2162}" type="datetimeFigureOut">
              <a:rPr lang="ko-KR" altLang="en-US" smtClean="0"/>
              <a:pPr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92475" y="842963"/>
            <a:ext cx="3281363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45" tIns="45373" rIns="90745" bIns="4537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3" y="3241591"/>
            <a:ext cx="7893050" cy="2652207"/>
          </a:xfrm>
          <a:prstGeom prst="rect">
            <a:avLst/>
          </a:prstGeom>
        </p:spPr>
        <p:txBody>
          <a:bodyPr vert="horz" lIns="90745" tIns="45373" rIns="90745" bIns="4537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6397806"/>
            <a:ext cx="4275402" cy="337958"/>
          </a:xfrm>
          <a:prstGeom prst="rect">
            <a:avLst/>
          </a:prstGeom>
        </p:spPr>
        <p:txBody>
          <a:bodyPr vert="horz" lIns="90745" tIns="45373" rIns="90745" bIns="4537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31" y="6397806"/>
            <a:ext cx="4275402" cy="337958"/>
          </a:xfrm>
          <a:prstGeom prst="rect">
            <a:avLst/>
          </a:prstGeom>
        </p:spPr>
        <p:txBody>
          <a:bodyPr vert="horz" lIns="90745" tIns="45373" rIns="90745" bIns="45373" rtlCol="0" anchor="b"/>
          <a:lstStyle>
            <a:lvl1pPr algn="r">
              <a:defRPr sz="12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A51CFF2-21A8-5199-54F8-7453D6769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522"/>
            <a:ext cx="9906000" cy="4959310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16646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16646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313648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2BA1B61B-4BE2-1B16-483F-D8E417FDC3ED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545372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281305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12819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281305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12819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16646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342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F1380B-36A5-33AB-1374-7C3D3B1435EB}"/>
              </a:ext>
            </a:extLst>
          </p:cNvPr>
          <p:cNvSpPr txBox="1"/>
          <p:nvPr/>
        </p:nvSpPr>
        <p:spPr>
          <a:xfrm>
            <a:off x="539750" y="5230308"/>
            <a:ext cx="82423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STOB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리그 경진대회 수상자 해외연수 대상자가 없는 관계로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천만원 예산 확보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(Δ:</a:t>
            </a:r>
            <a:r>
              <a:rPr lang="en-US" altLang="ko-KR" sz="12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-10,000 </a:t>
            </a:r>
            <a:r>
              <a:rPr lang="ko-KR" altLang="en-US" sz="12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원고료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100p -&gt; 105p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지급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15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증가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(Δ:</a:t>
            </a:r>
            <a:r>
              <a:rPr lang="en-US" altLang="ko-KR" sz="12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+150 </a:t>
            </a:r>
            <a:r>
              <a:rPr lang="ko-KR" altLang="en-US" sz="12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2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en-US" altLang="ko-KR" sz="12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유니위크 분담금 지불 완료 등 현 시점 소진율 반영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(86.9% -&gt; 93.4%)</a:t>
            </a:r>
            <a:b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예정 사용 내용 업데이트</a:t>
            </a:r>
            <a:endParaRPr lang="en-US" altLang="ko-KR" sz="12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57178"/>
            <a:ext cx="217348" cy="217492"/>
          </a:xfrm>
          <a:prstGeom prst="arc">
            <a:avLst>
              <a:gd name="adj1" fmla="val 16200000"/>
              <a:gd name="adj2" fmla="val 15554481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57178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6" name="원호 65">
            <a:extLst>
              <a:ext uri="{FF2B5EF4-FFF2-40B4-BE49-F238E27FC236}">
                <a16:creationId xmlns:a16="http://schemas.microsoft.com/office/drawing/2014/main" id="{24DA44AC-F59E-DE20-80EA-06F2997EC3A5}"/>
              </a:ext>
            </a:extLst>
          </p:cNvPr>
          <p:cNvSpPr/>
          <p:nvPr/>
        </p:nvSpPr>
        <p:spPr bwMode="auto">
          <a:xfrm>
            <a:off x="6840220" y="4557178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12819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281305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281305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4368</TotalTime>
  <Words>60</Words>
  <Application>Microsoft Office PowerPoint</Application>
  <PresentationFormat>A4 용지(210x297mm)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91</cp:revision>
  <cp:lastPrinted>2025-11-27T01:10:08Z</cp:lastPrinted>
  <dcterms:created xsi:type="dcterms:W3CDTF">2014-04-25T06:32:56Z</dcterms:created>
  <dcterms:modified xsi:type="dcterms:W3CDTF">2025-12-01T08:32:22Z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
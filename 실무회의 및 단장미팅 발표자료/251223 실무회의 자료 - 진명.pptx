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10234613" cy="71040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8" userDrawn="1">
          <p15:clr>
            <a:srgbClr val="A4A3A4"/>
          </p15:clr>
        </p15:guide>
        <p15:guide id="2" pos="322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46" d="100"/>
          <a:sy n="146" d="100"/>
        </p:scale>
        <p:origin x="2136" y="12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238"/>
        <p:guide pos="32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797249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3CD2ACDA-7BB5-4D83-9D1E-40BA6ED2D672}" type="datetimeFigureOut">
              <a:rPr lang="ko-KR" altLang="en-US" smtClean="0"/>
              <a:pPr/>
              <a:t>2025-12-22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797249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249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1932AF9E-6075-47ED-A5F2-B86042DA2162}" type="datetimeFigureOut">
              <a:rPr lang="ko-KR" altLang="en-US" smtClean="0"/>
              <a:pPr/>
              <a:t>2025-12-22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87725" y="889000"/>
            <a:ext cx="3459163" cy="239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7" tIns="47379" rIns="94757" bIns="4737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3" y="3418837"/>
            <a:ext cx="8187690" cy="2797225"/>
          </a:xfrm>
          <a:prstGeom prst="rect">
            <a:avLst/>
          </a:prstGeom>
        </p:spPr>
        <p:txBody>
          <a:bodyPr vert="horz" lIns="94757" tIns="47379" rIns="94757" bIns="473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249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9412882-AA2D-2668-0672-A73BE0D03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417"/>
            <a:ext cx="9906000" cy="4912376"/>
          </a:xfrm>
          <a:prstGeom prst="rect">
            <a:avLst/>
          </a:prstGeom>
        </p:spPr>
      </p:pic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149301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149301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9382074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070630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9054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320491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752005"/>
            <a:ext cx="217348" cy="217492"/>
          </a:xfrm>
          <a:prstGeom prst="arc">
            <a:avLst>
              <a:gd name="adj1" fmla="val 16200000"/>
              <a:gd name="adj2" fmla="val 14350074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80682"/>
            <a:ext cx="217348" cy="217492"/>
          </a:xfrm>
          <a:prstGeom prst="arc">
            <a:avLst>
              <a:gd name="adj1" fmla="val 16200000"/>
              <a:gd name="adj2" fmla="val 820122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320491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752005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149301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651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직접비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+ 155,600 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간접비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589833"/>
            <a:ext cx="217348" cy="217492"/>
          </a:xfrm>
          <a:prstGeom prst="arc">
            <a:avLst>
              <a:gd name="adj1" fmla="val 16200000"/>
              <a:gd name="adj2" fmla="val 15122509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589833"/>
            <a:ext cx="217348" cy="217492"/>
          </a:xfrm>
          <a:prstGeom prst="arc">
            <a:avLst>
              <a:gd name="adj1" fmla="val 16200000"/>
              <a:gd name="adj2" fmla="val 735052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752005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320491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69BF5CAE-67B4-055A-85A2-F9D028406767}"/>
              </a:ext>
            </a:extLst>
          </p:cNvPr>
          <p:cNvSpPr/>
          <p:nvPr/>
        </p:nvSpPr>
        <p:spPr bwMode="auto">
          <a:xfrm>
            <a:off x="6840220" y="3320491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86BE6-EA19-90ED-D15C-9F9CDA3A3CD9}"/>
              </a:ext>
            </a:extLst>
          </p:cNvPr>
          <p:cNvSpPr txBox="1"/>
          <p:nvPr/>
        </p:nvSpPr>
        <p:spPr>
          <a:xfrm>
            <a:off x="539750" y="5372108"/>
            <a:ext cx="82450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첨단융합학부 설명회 행사개최비 일부 대응자금 과제전환으로 인한 본예산 미사용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(Δ: -696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endParaRPr lang="en-US" altLang="ko-KR" sz="11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원호 4">
            <a:extLst>
              <a:ext uri="{FF2B5EF4-FFF2-40B4-BE49-F238E27FC236}">
                <a16:creationId xmlns:a16="http://schemas.microsoft.com/office/drawing/2014/main" id="{948096D9-6307-452B-5C6F-AF02B7571FCB}"/>
              </a:ext>
            </a:extLst>
          </p:cNvPr>
          <p:cNvSpPr/>
          <p:nvPr/>
        </p:nvSpPr>
        <p:spPr bwMode="auto">
          <a:xfrm>
            <a:off x="6840220" y="1567382"/>
            <a:ext cx="217348" cy="217492"/>
          </a:xfrm>
          <a:prstGeom prst="arc">
            <a:avLst>
              <a:gd name="adj1" fmla="val 16200000"/>
              <a:gd name="adj2" fmla="val 9382074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3" name="원호 12">
            <a:extLst>
              <a:ext uri="{FF2B5EF4-FFF2-40B4-BE49-F238E27FC236}">
                <a16:creationId xmlns:a16="http://schemas.microsoft.com/office/drawing/2014/main" id="{34F367D8-D94F-FEB0-DF05-77689848C311}"/>
              </a:ext>
            </a:extLst>
          </p:cNvPr>
          <p:cNvSpPr/>
          <p:nvPr/>
        </p:nvSpPr>
        <p:spPr bwMode="auto">
          <a:xfrm>
            <a:off x="6840220" y="4589833"/>
            <a:ext cx="217348" cy="217492"/>
          </a:xfrm>
          <a:prstGeom prst="arc">
            <a:avLst>
              <a:gd name="adj1" fmla="val 16200000"/>
              <a:gd name="adj2" fmla="val 735052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4" name="원호 13">
            <a:extLst>
              <a:ext uri="{FF2B5EF4-FFF2-40B4-BE49-F238E27FC236}">
                <a16:creationId xmlns:a16="http://schemas.microsoft.com/office/drawing/2014/main" id="{8F84887D-9C38-91C6-B6FD-43B91744E658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820122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4532</TotalTime>
  <Words>30</Words>
  <Application>Microsoft Office PowerPoint</Application>
  <PresentationFormat>A4 용지(210x297mm)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107</cp:revision>
  <cp:lastPrinted>2025-12-04T00:07:00Z</cp:lastPrinted>
  <dcterms:created xsi:type="dcterms:W3CDTF">2014-04-25T06:32:56Z</dcterms:created>
  <dcterms:modified xsi:type="dcterms:W3CDTF">2025-12-22T08:17:58Z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
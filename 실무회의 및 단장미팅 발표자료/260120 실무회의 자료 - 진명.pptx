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2026-01-19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43578AB-F111-2461-9B0D-E0B661D91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78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7217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7217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8407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9921"/>
            <a:ext cx="217348" cy="217492"/>
          </a:xfrm>
          <a:prstGeom prst="arc">
            <a:avLst>
              <a:gd name="adj1" fmla="val 16200000"/>
              <a:gd name="adj2" fmla="val 1617664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8407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9921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7217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749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749"/>
            <a:ext cx="217348" cy="217492"/>
          </a:xfrm>
          <a:prstGeom prst="arc">
            <a:avLst>
              <a:gd name="adj1" fmla="val 16200000"/>
              <a:gd name="adj2" fmla="val 835916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9921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8407"/>
            <a:ext cx="217348" cy="217492"/>
          </a:xfrm>
          <a:prstGeom prst="arc">
            <a:avLst>
              <a:gd name="adj1" fmla="val 16200000"/>
              <a:gd name="adj2" fmla="val 1534531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16881"/>
            <a:ext cx="82450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장학금 변동사항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[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]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첨융 학기이수장려금 지급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Δ = + 68,200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글로벌 장학금 변동사항 반영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Δ = - 4,000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선발장학금 변동사항 반영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Δ = + 5,000</a:t>
            </a: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57749"/>
            <a:ext cx="217348" cy="217492"/>
          </a:xfrm>
          <a:prstGeom prst="arc">
            <a:avLst>
              <a:gd name="adj1" fmla="val 16200000"/>
              <a:gd name="adj2" fmla="val 888184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8F84887D-9C38-91C6-B6FD-43B91744E65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A6FD1706-5864-0885-D329-19A81435F9A8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1" name="원호 10">
            <a:extLst>
              <a:ext uri="{FF2B5EF4-FFF2-40B4-BE49-F238E27FC236}">
                <a16:creationId xmlns:a16="http://schemas.microsoft.com/office/drawing/2014/main" id="{82710419-8B5D-2B5A-5422-98BBE16696C1}"/>
              </a:ext>
            </a:extLst>
          </p:cNvPr>
          <p:cNvSpPr/>
          <p:nvPr/>
        </p:nvSpPr>
        <p:spPr bwMode="auto">
          <a:xfrm>
            <a:off x="6846570" y="3288407"/>
            <a:ext cx="217348" cy="217492"/>
          </a:xfrm>
          <a:prstGeom prst="arc">
            <a:avLst>
              <a:gd name="adj1" fmla="val 16200000"/>
              <a:gd name="adj2" fmla="val 1534531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44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123</cp:revision>
  <cp:lastPrinted>2025-12-04T00:07:00Z</cp:lastPrinted>
  <dcterms:created xsi:type="dcterms:W3CDTF">2014-04-25T06:32:56Z</dcterms:created>
  <dcterms:modified xsi:type="dcterms:W3CDTF">2026-01-19T08:24:49Z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
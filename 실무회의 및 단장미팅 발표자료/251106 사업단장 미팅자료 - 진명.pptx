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141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801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3CD2ACDA-7BB5-4D83-9D1E-40BA6ED2D672}" type="datetimeFigureOut">
              <a:rPr lang="ko-KR" altLang="en-US" smtClean="0"/>
              <a:pPr/>
              <a:t>2025-11-05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801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1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1932AF9E-6075-47ED-A5F2-B86042DA2162}" type="datetimeFigureOut">
              <a:rPr lang="ko-KR" altLang="en-US" smtClean="0"/>
              <a:pPr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8350" y="850900"/>
            <a:ext cx="3309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6" y="3271386"/>
            <a:ext cx="7941310" cy="2676585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1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Line 476"/>
          <p:cNvSpPr>
            <a:spLocks noChangeShapeType="1"/>
          </p:cNvSpPr>
          <p:nvPr userDrawn="1"/>
        </p:nvSpPr>
        <p:spPr bwMode="auto">
          <a:xfrm>
            <a:off x="428229" y="6237288"/>
            <a:ext cx="904954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2F38FA0-D8FF-35F5-D0A3-1CFA5B1A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490"/>
            <a:ext cx="9906000" cy="5028715"/>
          </a:xfrm>
          <a:prstGeom prst="rect">
            <a:avLst/>
          </a:prstGeom>
        </p:spPr>
      </p:pic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313648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2823078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806126"/>
            <a:ext cx="217348" cy="217492"/>
          </a:xfrm>
          <a:prstGeom prst="arc">
            <a:avLst>
              <a:gd name="adj1" fmla="val 16200000"/>
              <a:gd name="adj2" fmla="val 155315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40177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74612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209953"/>
            <a:ext cx="217348" cy="217492"/>
          </a:xfrm>
          <a:prstGeom prst="arc">
            <a:avLst>
              <a:gd name="adj1" fmla="val 16200000"/>
              <a:gd name="adj2" fmla="val 1241143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44" name="원호 43">
            <a:extLst>
              <a:ext uri="{FF2B5EF4-FFF2-40B4-BE49-F238E27FC236}">
                <a16:creationId xmlns:a16="http://schemas.microsoft.com/office/drawing/2014/main" id="{6FA0874D-6DBE-6138-B886-78EDEE6DC20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241143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F1380B-36A5-33AB-1374-7C3D3B1435EB}"/>
              </a:ext>
            </a:extLst>
          </p:cNvPr>
          <p:cNvSpPr txBox="1"/>
          <p:nvPr/>
        </p:nvSpPr>
        <p:spPr>
          <a:xfrm>
            <a:off x="539750" y="5378096"/>
            <a:ext cx="87218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ICCE-Asia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출장 예산 현실화 반영 및 증빙 정리완료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현실화 과정에서 큰 오차 없음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전체규모 약 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2170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</a:t>
            </a:r>
            <a:r>
              <a:rPr lang="en-US" altLang="ko-KR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05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청구 절차 인수인계 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3706</TotalTime>
  <Words>28</Words>
  <Application>Microsoft Office PowerPoint</Application>
  <PresentationFormat>A4 용지(210x297mm)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74</cp:revision>
  <cp:lastPrinted>2025-10-01T07:41:39Z</cp:lastPrinted>
  <dcterms:created xsi:type="dcterms:W3CDTF">2014-04-25T06:32:56Z</dcterms:created>
  <dcterms:modified xsi:type="dcterms:W3CDTF">2025-11-04T17:07:06Z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
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46" d="100"/>
          <a:sy n="146" d="100"/>
        </p:scale>
        <p:origin x="2136" y="12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141"/>
        <p:guide pos="3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801" y="0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3CD2ACDA-7BB5-4D83-9D1E-40BA6ED2D672}" type="datetimeFigureOut">
              <a:rPr lang="ko-KR" altLang="en-US" smtClean="0"/>
              <a:pPr/>
              <a:t>2025-11-17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456611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801" y="6456611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801" y="1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1932AF9E-6075-47ED-A5F2-B86042DA2162}" type="datetimeFigureOut">
              <a:rPr lang="ko-KR" altLang="en-US" smtClean="0"/>
              <a:pPr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8350" y="850900"/>
            <a:ext cx="3309938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6" y="3271386"/>
            <a:ext cx="7941310" cy="2676585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6456612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801" y="6456612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Line 476"/>
          <p:cNvSpPr>
            <a:spLocks noChangeShapeType="1"/>
          </p:cNvSpPr>
          <p:nvPr userDrawn="1"/>
        </p:nvSpPr>
        <p:spPr bwMode="auto">
          <a:xfrm>
            <a:off x="428229" y="6237288"/>
            <a:ext cx="9049544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E672DA4-6E40-B08E-49D7-0895AAE4C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895"/>
            <a:ext cx="9906000" cy="5028715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209953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209953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313648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0" name="원호 19">
            <a:extLst>
              <a:ext uri="{FF2B5EF4-FFF2-40B4-BE49-F238E27FC236}">
                <a16:creationId xmlns:a16="http://schemas.microsoft.com/office/drawing/2014/main" id="{2BA1B61B-4BE2-1B16-483F-D8E417FDC3ED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2823078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56537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52917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40177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5" name="원호 24">
            <a:extLst>
              <a:ext uri="{FF2B5EF4-FFF2-40B4-BE49-F238E27FC236}">
                <a16:creationId xmlns:a16="http://schemas.microsoft.com/office/drawing/2014/main" id="{A5F702D9-61A3-A79A-6473-B2B63C4A617D}"/>
              </a:ext>
            </a:extLst>
          </p:cNvPr>
          <p:cNvSpPr/>
          <p:nvPr/>
        </p:nvSpPr>
        <p:spPr bwMode="auto">
          <a:xfrm>
            <a:off x="6846570" y="2640177"/>
            <a:ext cx="217348" cy="217492"/>
          </a:xfrm>
          <a:prstGeom prst="arc">
            <a:avLst>
              <a:gd name="adj1" fmla="val 16200000"/>
              <a:gd name="adj2" fmla="val 1899816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374612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806126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40177"/>
            <a:ext cx="217348" cy="217492"/>
          </a:xfrm>
          <a:prstGeom prst="arc">
            <a:avLst>
              <a:gd name="adj1" fmla="val 16200000"/>
              <a:gd name="adj2" fmla="val 1875176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374612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806126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209953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342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F1380B-36A5-33AB-1374-7C3D3B1435EB}"/>
              </a:ext>
            </a:extLst>
          </p:cNvPr>
          <p:cNvSpPr txBox="1"/>
          <p:nvPr/>
        </p:nvSpPr>
        <p:spPr>
          <a:xfrm>
            <a:off x="539750" y="5378096"/>
            <a:ext cx="872181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arenR"/>
            </a:pPr>
            <a:r>
              <a:rPr lang="ko-KR" altLang="en-US" sz="105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스위치매트릭스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B1500 +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스위치 매트릭스 도입 완료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(11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14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–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첨단융합학부 측정장비 편성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현재 검수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및 청구 진행중</a:t>
            </a:r>
            <a:endParaRPr lang="en-US" altLang="ko-KR" sz="105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buFontTx/>
              <a:buAutoNum type="arabicParenR"/>
            </a:pP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STOB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리그 팀활동지원비 총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3,000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추가 지출 발생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(60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팀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x 5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팀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[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연구활동비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] – [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연구인력지원비</a:t>
            </a:r>
            <a:endParaRPr lang="en-US" altLang="ko-KR" sz="105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차년도 당시에는 사업단 비용 지출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x, KIAT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에서 직접 지급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3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차년도는 변동사항</a:t>
            </a:r>
            <a:endParaRPr lang="en-US" altLang="ko-KR" sz="105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650485"/>
            <a:ext cx="217348" cy="217492"/>
          </a:xfrm>
          <a:prstGeom prst="arc">
            <a:avLst>
              <a:gd name="adj1" fmla="val 16200000"/>
              <a:gd name="adj2" fmla="val 15554481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650485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6" name="원호 65">
            <a:extLst>
              <a:ext uri="{FF2B5EF4-FFF2-40B4-BE49-F238E27FC236}">
                <a16:creationId xmlns:a16="http://schemas.microsoft.com/office/drawing/2014/main" id="{24DA44AC-F59E-DE20-80EA-06F2997EC3A5}"/>
              </a:ext>
            </a:extLst>
          </p:cNvPr>
          <p:cNvSpPr/>
          <p:nvPr/>
        </p:nvSpPr>
        <p:spPr bwMode="auto">
          <a:xfrm>
            <a:off x="6840220" y="4650485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806126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374612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374612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4066</TotalTime>
  <Words>69</Words>
  <Application>Microsoft Office PowerPoint</Application>
  <PresentationFormat>A4 용지(210x297mm)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80</cp:revision>
  <cp:lastPrinted>2025-10-01T07:41:39Z</cp:lastPrinted>
  <dcterms:created xsi:type="dcterms:W3CDTF">2014-04-25T06:32:56Z</dcterms:created>
  <dcterms:modified xsi:type="dcterms:W3CDTF">2025-11-17T13:14:06Z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
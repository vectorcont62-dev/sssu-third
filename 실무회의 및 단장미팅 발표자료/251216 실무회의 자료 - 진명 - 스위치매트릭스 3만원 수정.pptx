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19" d="100"/>
          <a:sy n="119" d="100"/>
        </p:scale>
        <p:origin x="1254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2025-12-16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BEEE5D5-EA4E-7B06-D539-C16ECB756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17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006570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36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52005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5445018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20491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89833"/>
            <a:ext cx="217348" cy="217492"/>
          </a:xfrm>
          <a:prstGeom prst="arc">
            <a:avLst>
              <a:gd name="adj1" fmla="val 16200000"/>
              <a:gd name="adj2" fmla="val 408172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72108"/>
            <a:ext cx="82450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스위치매트릭스 입찰수수료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추가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인쇄비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308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추가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원호 4">
            <a:extLst>
              <a:ext uri="{FF2B5EF4-FFF2-40B4-BE49-F238E27FC236}">
                <a16:creationId xmlns:a16="http://schemas.microsoft.com/office/drawing/2014/main" id="{948096D9-6307-452B-5C6F-AF02B7571FCB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76DE7121-4413-02A4-E5C6-D9FD5E320A08}"/>
              </a:ext>
            </a:extLst>
          </p:cNvPr>
          <p:cNvSpPr/>
          <p:nvPr/>
        </p:nvSpPr>
        <p:spPr bwMode="auto">
          <a:xfrm>
            <a:off x="6846570" y="4589833"/>
            <a:ext cx="217348" cy="217492"/>
          </a:xfrm>
          <a:prstGeom prst="arc">
            <a:avLst>
              <a:gd name="adj1" fmla="val 16200000"/>
              <a:gd name="adj2" fmla="val 408172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0" name="원호 9">
            <a:extLst>
              <a:ext uri="{FF2B5EF4-FFF2-40B4-BE49-F238E27FC236}">
                <a16:creationId xmlns:a16="http://schemas.microsoft.com/office/drawing/2014/main" id="{51D6F560-CD60-9634-7FB7-F7769B32D10D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5445018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4496</TotalTime>
  <Words>23</Words>
  <Application>Microsoft Office PowerPoint</Application>
  <PresentationFormat>A4 용지(210x297mm)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104</cp:revision>
  <cp:lastPrinted>2025-12-04T00:07:00Z</cp:lastPrinted>
  <dcterms:created xsi:type="dcterms:W3CDTF">2014-04-25T06:32:56Z</dcterms:created>
  <dcterms:modified xsi:type="dcterms:W3CDTF">2025-12-16T08:33:38Z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
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2026-01-06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E31216D-2CB3-D7BE-DC3D-C861F6A7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17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070630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9054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320491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52005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320491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49301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89833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52005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320491"/>
            <a:ext cx="217348" cy="217492"/>
          </a:xfrm>
          <a:prstGeom prst="arc">
            <a:avLst>
              <a:gd name="adj1" fmla="val 16200000"/>
              <a:gd name="adj2" fmla="val 930722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72108"/>
            <a:ext cx="82450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인건비 편성 변동사항 반영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강훈경 연구원 계약변경 건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TA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편성 개월수 조정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첨단융합학부 간담회 식비 대응자금 편성에 의한 직접비 편성 제외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34F367D8-D94F-FEB0-DF05-77689848C311}"/>
              </a:ext>
            </a:extLst>
          </p:cNvPr>
          <p:cNvSpPr/>
          <p:nvPr/>
        </p:nvSpPr>
        <p:spPr bwMode="auto">
          <a:xfrm>
            <a:off x="6840220" y="4589833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8F84887D-9C38-91C6-B6FD-43B91744E658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A6FD1706-5864-0885-D329-19A81435F9A8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9" name="원호 8">
            <a:extLst>
              <a:ext uri="{FF2B5EF4-FFF2-40B4-BE49-F238E27FC236}">
                <a16:creationId xmlns:a16="http://schemas.microsoft.com/office/drawing/2014/main" id="{792408B4-8A26-30B5-09D8-A64F43E961B9}"/>
              </a:ext>
            </a:extLst>
          </p:cNvPr>
          <p:cNvSpPr/>
          <p:nvPr/>
        </p:nvSpPr>
        <p:spPr bwMode="auto">
          <a:xfrm>
            <a:off x="6846570" y="3320491"/>
            <a:ext cx="217348" cy="217492"/>
          </a:xfrm>
          <a:prstGeom prst="arc">
            <a:avLst>
              <a:gd name="adj1" fmla="val 16200000"/>
              <a:gd name="adj2" fmla="val 930722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4557</TotalTime>
  <Words>38</Words>
  <Application>Microsoft Office PowerPoint</Application>
  <PresentationFormat>A4 용지(210x297mm)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110</cp:revision>
  <cp:lastPrinted>2025-12-04T00:07:00Z</cp:lastPrinted>
  <dcterms:created xsi:type="dcterms:W3CDTF">2014-04-25T06:32:56Z</dcterms:created>
  <dcterms:modified xsi:type="dcterms:W3CDTF">2026-01-06T01:28:04Z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
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>
        <p:scale>
          <a:sx n="150" d="100"/>
          <a:sy n="150" d="100"/>
        </p:scale>
        <p:origin x="2010" y="-5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Line 476"/>
          <p:cNvSpPr>
            <a:spLocks noChangeShapeType="1"/>
          </p:cNvSpPr>
          <p:nvPr userDrawn="1"/>
        </p:nvSpPr>
        <p:spPr bwMode="auto">
          <a:xfrm>
            <a:off x="428229" y="6237288"/>
            <a:ext cx="904954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304F782-B6CD-617D-F569-63E4247BF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90"/>
            <a:ext cx="9906000" cy="5028715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282307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806126"/>
            <a:ext cx="217348" cy="217492"/>
          </a:xfrm>
          <a:prstGeom prst="arc">
            <a:avLst>
              <a:gd name="adj1" fmla="val 16200000"/>
              <a:gd name="adj2" fmla="val 155315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40177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74612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209953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378096"/>
            <a:ext cx="87218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14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첨단융합학부 간담회 행사개최비 집행 예정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확보금액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3,430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행사 진행 후 예산내역 업데이트</a:t>
            </a:r>
            <a:endParaRPr lang="en-US" altLang="ko-KR" sz="105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AutoNum type="arabicParenR"/>
            </a:pP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항목에서 남는 금액 유니위크 회의비로 활용</a:t>
            </a:r>
            <a:endParaRPr lang="en-US" altLang="ko-KR" sz="105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1" name="원호 10">
            <a:extLst>
              <a:ext uri="{FF2B5EF4-FFF2-40B4-BE49-F238E27FC236}">
                <a16:creationId xmlns:a16="http://schemas.microsoft.com/office/drawing/2014/main" id="{3054C2C8-FB23-9E9D-0243-CA321840D3F7}"/>
              </a:ext>
            </a:extLst>
          </p:cNvPr>
          <p:cNvSpPr/>
          <p:nvPr/>
        </p:nvSpPr>
        <p:spPr bwMode="auto">
          <a:xfrm>
            <a:off x="5867400" y="4207509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4" name="원호 43">
            <a:extLst>
              <a:ext uri="{FF2B5EF4-FFF2-40B4-BE49-F238E27FC236}">
                <a16:creationId xmlns:a16="http://schemas.microsoft.com/office/drawing/2014/main" id="{6FA0874D-6DBE-6138-B886-78EDEE6DC20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3835</TotalTime>
  <Words>32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76</cp:revision>
  <cp:lastPrinted>2025-10-01T07:41:39Z</cp:lastPrinted>
  <dcterms:created xsi:type="dcterms:W3CDTF">2014-04-25T06:32:56Z</dcterms:created>
  <dcterms:modified xsi:type="dcterms:W3CDTF">2025-11-10T10:51:13Z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
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9926638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19" d="100"/>
          <a:sy n="119" d="100"/>
        </p:scale>
        <p:origin x="1254" y="10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141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801" y="0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3CD2ACDA-7BB5-4D83-9D1E-40BA6ED2D672}" type="datetimeFigureOut">
              <a:rPr lang="ko-KR" altLang="en-US" smtClean="0"/>
              <a:pPr/>
              <a:t>2025-11-26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801" y="6456611"/>
            <a:ext cx="4301543" cy="33988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801" y="1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1932AF9E-6075-47ED-A5F2-B86042DA2162}" type="datetimeFigureOut">
              <a:rPr lang="ko-KR" altLang="en-US" smtClean="0"/>
              <a:pPr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8350" y="850900"/>
            <a:ext cx="3309938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6" y="3271386"/>
            <a:ext cx="7941310" cy="2676585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801" y="6456612"/>
            <a:ext cx="4301543" cy="341064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DFEA479-3558-56BA-415F-A4AFD9DA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522"/>
            <a:ext cx="9906000" cy="4959310"/>
          </a:xfrm>
          <a:prstGeom prst="rect">
            <a:avLst/>
          </a:prstGeom>
        </p:spPr>
      </p:pic>
      <p:sp>
        <p:nvSpPr>
          <p:cNvPr id="9" name="원호 8">
            <a:extLst>
              <a:ext uri="{FF2B5EF4-FFF2-40B4-BE49-F238E27FC236}">
                <a16:creationId xmlns:a16="http://schemas.microsoft.com/office/drawing/2014/main" id="{6BFAC8B6-BA70-B840-C9AD-C9248E3F5D7C}"/>
              </a:ext>
            </a:extLst>
          </p:cNvPr>
          <p:cNvSpPr/>
          <p:nvPr/>
        </p:nvSpPr>
        <p:spPr bwMode="auto">
          <a:xfrm>
            <a:off x="5874543" y="1567556"/>
            <a:ext cx="217348" cy="217492"/>
          </a:xfrm>
          <a:prstGeom prst="arc">
            <a:avLst>
              <a:gd name="adj1" fmla="val 16200000"/>
              <a:gd name="adj2" fmla="val 5151414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313648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0" name="원호 19">
            <a:extLst>
              <a:ext uri="{FF2B5EF4-FFF2-40B4-BE49-F238E27FC236}">
                <a16:creationId xmlns:a16="http://schemas.microsoft.com/office/drawing/2014/main" id="{2BA1B61B-4BE2-1B16-483F-D8E417FDC3ED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545372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56537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529175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5" name="원호 24">
            <a:extLst>
              <a:ext uri="{FF2B5EF4-FFF2-40B4-BE49-F238E27FC236}">
                <a16:creationId xmlns:a16="http://schemas.microsoft.com/office/drawing/2014/main" id="{A5F702D9-61A3-A79A-6473-B2B63C4A617D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899816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12819"/>
            <a:ext cx="217348" cy="217492"/>
          </a:xfrm>
          <a:prstGeom prst="arc">
            <a:avLst>
              <a:gd name="adj1" fmla="val 16200000"/>
              <a:gd name="adj2" fmla="val 14350074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1875176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281305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16646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3420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F1380B-36A5-33AB-1374-7C3D3B1435EB}"/>
              </a:ext>
            </a:extLst>
          </p:cNvPr>
          <p:cNvSpPr txBox="1"/>
          <p:nvPr/>
        </p:nvSpPr>
        <p:spPr>
          <a:xfrm>
            <a:off x="539750" y="5161059"/>
            <a:ext cx="82423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측정장비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11/14 (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금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+ GPU 11/18 (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화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도입완료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en-US" altLang="ko-KR" sz="1050" u="sng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ALD </a:t>
            </a:r>
            <a:r>
              <a:rPr lang="ko-KR" altLang="en-US" sz="1050" u="sng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제외 장비도입현황은 </a:t>
            </a:r>
            <a:r>
              <a:rPr lang="en-US" altLang="ko-KR" sz="1050" u="sng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Green light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검수 이후 금액지불 증빙 인수인계 진행</a:t>
            </a:r>
            <a:endParaRPr lang="en-US" altLang="ko-KR" sz="105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STOB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리그 팀활동지원비 총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300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추가 지출 발생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(600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팀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x 5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팀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= Δ:</a:t>
            </a:r>
            <a:r>
              <a:rPr lang="en-US" altLang="ko-KR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+3,000 </a:t>
            </a:r>
            <a:r>
              <a:rPr lang="ko-KR" altLang="en-US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b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sz="1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– 2</a:t>
            </a:r>
            <a:r>
              <a:rPr lang="ko-KR" altLang="en-US" sz="1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당시에는 사업단 지출 없이 </a:t>
            </a:r>
            <a:r>
              <a:rPr lang="en-US" altLang="ko-KR" sz="1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KIAT</a:t>
            </a:r>
            <a:r>
              <a:rPr lang="ko-KR" altLang="en-US" sz="1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에서 직접 지급</a:t>
            </a:r>
            <a:r>
              <a:rPr lang="en-US" altLang="ko-KR" sz="1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3</a:t>
            </a:r>
            <a:r>
              <a:rPr lang="ko-KR" altLang="en-US" sz="10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차년도 변동사항</a:t>
            </a:r>
            <a:endParaRPr lang="en-US" altLang="ko-KR" sz="10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유니위크 점심식사 지원금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애슐리퀸즈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기존 예정인원보다 많은 인원 참석으로 인한 증액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약 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Δ:</a:t>
            </a:r>
            <a:r>
              <a:rPr lang="en-US" altLang="ko-KR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+600 </a:t>
            </a:r>
            <a:r>
              <a:rPr lang="ko-KR" altLang="en-US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첨단융합학부 신규선발 장학생 간담회 진행 예산 소폭 증액 </a:t>
            </a:r>
            <a:r>
              <a:rPr lang="en-US" altLang="ko-KR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Δ:</a:t>
            </a:r>
            <a:r>
              <a:rPr lang="en-US" altLang="ko-KR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+100</a:t>
            </a:r>
            <a:r>
              <a:rPr lang="ko-KR" altLang="en-US" sz="105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천원</a:t>
            </a:r>
            <a:r>
              <a:rPr lang="en-US" altLang="ko-KR" sz="105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  <a:p>
            <a:pPr algn="r">
              <a:spcAft>
                <a:spcPts val="600"/>
              </a:spcAft>
            </a:pP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그외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10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만원 가량 예산 구체화 진행 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(A4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용지 추가 구매 등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(Δ:</a:t>
            </a:r>
            <a:r>
              <a:rPr lang="en-US" altLang="ko-KR" sz="900" b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+10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0 </a:t>
            </a:r>
            <a:r>
              <a:rPr lang="ko-KR" altLang="en-US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9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en-US" altLang="ko-KR" sz="9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15554481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6" name="원호 65">
            <a:extLst>
              <a:ext uri="{FF2B5EF4-FFF2-40B4-BE49-F238E27FC236}">
                <a16:creationId xmlns:a16="http://schemas.microsoft.com/office/drawing/2014/main" id="{24DA44AC-F59E-DE20-80EA-06F2997EC3A5}"/>
              </a:ext>
            </a:extLst>
          </p:cNvPr>
          <p:cNvSpPr/>
          <p:nvPr/>
        </p:nvSpPr>
        <p:spPr bwMode="auto">
          <a:xfrm>
            <a:off x="6840220" y="4557178"/>
            <a:ext cx="217348" cy="217492"/>
          </a:xfrm>
          <a:prstGeom prst="arc">
            <a:avLst>
              <a:gd name="adj1" fmla="val 16200000"/>
              <a:gd name="adj2" fmla="val 20961102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12819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8" name="원호 7">
            <a:extLst>
              <a:ext uri="{FF2B5EF4-FFF2-40B4-BE49-F238E27FC236}">
                <a16:creationId xmlns:a16="http://schemas.microsoft.com/office/drawing/2014/main" id="{69BF5CAE-67B4-055A-85A2-F9D028406767}"/>
              </a:ext>
            </a:extLst>
          </p:cNvPr>
          <p:cNvSpPr/>
          <p:nvPr/>
        </p:nvSpPr>
        <p:spPr bwMode="auto">
          <a:xfrm>
            <a:off x="6840220" y="3281305"/>
            <a:ext cx="217348" cy="217492"/>
          </a:xfrm>
          <a:prstGeom prst="arc">
            <a:avLst>
              <a:gd name="adj1" fmla="val 16200000"/>
              <a:gd name="adj2" fmla="val 738387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4172</TotalTime>
  <Words>124</Words>
  <Application>Microsoft Office PowerPoint</Application>
  <PresentationFormat>A4 용지(210x297mm)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88</cp:revision>
  <cp:lastPrinted>2025-10-01T07:41:39Z</cp:lastPrinted>
  <dcterms:created xsi:type="dcterms:W3CDTF">2014-04-25T06:32:56Z</dcterms:created>
  <dcterms:modified xsi:type="dcterms:W3CDTF">2025-11-26T07:59:40Z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
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19" d="100"/>
          <a:sy n="119" d="100"/>
        </p:scale>
        <p:origin x="1254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2025-12-17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1FF9B96-8587-A3DF-92A0-3311BCA1A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17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070630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9054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52005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583951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20491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89833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72108"/>
            <a:ext cx="82450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ALD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입찰수수료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교재 인쇄비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308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추가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원호 4">
            <a:extLst>
              <a:ext uri="{FF2B5EF4-FFF2-40B4-BE49-F238E27FC236}">
                <a16:creationId xmlns:a16="http://schemas.microsoft.com/office/drawing/2014/main" id="{948096D9-6307-452B-5C6F-AF02B7571FCB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1" name="원호 10">
            <a:extLst>
              <a:ext uri="{FF2B5EF4-FFF2-40B4-BE49-F238E27FC236}">
                <a16:creationId xmlns:a16="http://schemas.microsoft.com/office/drawing/2014/main" id="{60003847-8F69-3EE7-440D-8DDA945EA8B8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583951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3" name="원호 12">
            <a:extLst>
              <a:ext uri="{FF2B5EF4-FFF2-40B4-BE49-F238E27FC236}">
                <a16:creationId xmlns:a16="http://schemas.microsoft.com/office/drawing/2014/main" id="{34F367D8-D94F-FEB0-DF05-77689848C311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4507</TotalTime>
  <Words>23</Words>
  <Application>Microsoft Office PowerPoint</Application>
  <PresentationFormat>A4 용지(210x297mm)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106</cp:revision>
  <cp:lastPrinted>2025-12-04T00:07:00Z</cp:lastPrinted>
  <dcterms:created xsi:type="dcterms:W3CDTF">2014-04-25T06:32:56Z</dcterms:created>
  <dcterms:modified xsi:type="dcterms:W3CDTF">2025-12-17T08:15:29Z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
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1203" r:id="rId2"/>
  </p:sldIdLst>
  <p:sldSz cx="9906000" cy="6858000" type="A4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0906"/>
    <a:srgbClr val="01FF01"/>
    <a:srgbClr val="006AFF"/>
    <a:srgbClr val="01FFFF"/>
    <a:srgbClr val="FF00FF"/>
    <a:srgbClr val="FFFFFF"/>
    <a:srgbClr val="FF0000"/>
    <a:srgbClr val="CCFF99"/>
    <a:srgbClr val="FFC000"/>
    <a:srgbClr val="849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37138C-E077-4245-8A5B-4484EA4C981E}" v="4" dt="2025-10-20T06:56:25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4289" autoAdjust="0"/>
  </p:normalViewPr>
  <p:slideViewPr>
    <p:cSldViewPr snapToGrid="0">
      <p:cViewPr varScale="1">
        <p:scale>
          <a:sx n="146" d="100"/>
          <a:sy n="146" d="100"/>
        </p:scale>
        <p:origin x="2136" y="12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96" y="3090"/>
      </p:cViewPr>
      <p:guideLst>
        <p:guide orient="horz" pos="2141"/>
        <p:guide pos="312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1442CAFF-C376-405E-80FE-32277BA9AD5E}"/>
    <pc:docChg chg="undo custSel addSld modSld modMainMaster">
      <pc:chgData name="MYUNG JIN" userId="89f3fa32ababedc4" providerId="LiveId" clId="{1442CAFF-C376-405E-80FE-32277BA9AD5E}" dt="2025-10-13T14:05:05.897" v="434" actId="478"/>
      <pc:docMkLst>
        <pc:docMk/>
      </pc:docMkLst>
      <pc:sldChg chg="addSp delSp mod">
        <pc:chgData name="MYUNG JIN" userId="89f3fa32ababedc4" providerId="LiveId" clId="{1442CAFF-C376-405E-80FE-32277BA9AD5E}" dt="2025-09-25T16:57:25.924" v="2" actId="21"/>
        <pc:sldMkLst>
          <pc:docMk/>
          <pc:sldMk cId="329930275" sldId="1202"/>
        </pc:sldMkLst>
      </pc:sldChg>
      <pc:sldChg chg="addSp delSp modSp mod">
        <pc:chgData name="MYUNG JIN" userId="89f3fa32ababedc4" providerId="LiveId" clId="{1442CAFF-C376-405E-80FE-32277BA9AD5E}" dt="2025-10-13T14:05:05.897" v="434" actId="478"/>
        <pc:sldMkLst>
          <pc:docMk/>
          <pc:sldMk cId="3508424867" sldId="1202"/>
        </pc:sldMkLst>
      </pc:sldChg>
      <pc:sldChg chg="addSp modSp new mod">
        <pc:chgData name="MYUNG JIN" userId="89f3fa32ababedc4" providerId="LiveId" clId="{1442CAFF-C376-405E-80FE-32277BA9AD5E}" dt="2025-09-25T17:02:43.241" v="428" actId="121"/>
        <pc:sldMkLst>
          <pc:docMk/>
          <pc:sldMk cId="3161827629" sldId="1207"/>
        </pc:sldMkLst>
      </pc:sldChg>
      <pc:sldMasterChg chg="modSp mod">
        <pc:chgData name="MYUNG JIN" userId="89f3fa32ababedc4" providerId="LiveId" clId="{1442CAFF-C376-405E-80FE-32277BA9AD5E}" dt="2025-09-25T17:03:24.581" v="429" actId="20577"/>
        <pc:sldMasterMkLst>
          <pc:docMk/>
          <pc:sldMasterMk cId="2435781914" sldId="2147483660"/>
        </pc:sldMasterMkLst>
      </pc:sldMasterChg>
    </pc:docChg>
  </pc:docChgLst>
  <pc:docChgLst>
    <pc:chgData name="MYUNG JIN" userId="89f3fa32ababedc4" providerId="LiveId" clId="{53BFC8FB-F919-4A98-9A97-F1BAF11238D4}"/>
    <pc:docChg chg="undo custSel delSld modSld modMainMaster">
      <pc:chgData name="MYUNG JIN" userId="89f3fa32ababedc4" providerId="LiveId" clId="{53BFC8FB-F919-4A98-9A97-F1BAF11238D4}" dt="2025-09-30T04:55:51.864" v="721" actId="1036"/>
      <pc:docMkLst>
        <pc:docMk/>
      </pc:docMkLst>
      <pc:sldChg chg="addSp delSp modSp mod">
        <pc:chgData name="MYUNG JIN" userId="89f3fa32ababedc4" providerId="LiveId" clId="{53BFC8FB-F919-4A98-9A97-F1BAF11238D4}" dt="2025-09-30T04:55:51.864" v="721" actId="1036"/>
        <pc:sldMkLst>
          <pc:docMk/>
          <pc:sldMk cId="2299619397" sldId="1199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29930275" sldId="1202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2957254893" sldId="1203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846923948" sldId="1204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944702774" sldId="1205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4143589686" sldId="1206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161827629" sldId="1207"/>
        </pc:sldMkLst>
      </pc:sldChg>
      <pc:sldMasterChg chg="modSp mod">
        <pc:chgData name="MYUNG JIN" userId="89f3fa32ababedc4" providerId="LiveId" clId="{53BFC8FB-F919-4A98-9A97-F1BAF11238D4}" dt="2025-09-30T04:54:41.406" v="701" actId="20577"/>
        <pc:sldMasterMkLst>
          <pc:docMk/>
          <pc:sldMasterMk cId="2435781914" sldId="2147483660"/>
        </pc:sldMasterMkLst>
      </pc:sldMasterChg>
    </pc:docChg>
  </pc:docChgLst>
  <pc:docChgLst>
    <pc:chgData name="MYUNG JIN" userId="89f3fa32ababedc4" providerId="LiveId" clId="{257976FD-A396-44BB-8996-B76C1F246971}"/>
    <pc:docChg chg="undo custSel addSld delSld modSld modMainMaster">
      <pc:chgData name="MYUNG JIN" userId="89f3fa32ababedc4" providerId="LiveId" clId="{257976FD-A396-44BB-8996-B76C1F246971}" dt="2025-10-20T06:59:51.245" v="3477" actId="115"/>
      <pc:docMkLst>
        <pc:docMk/>
      </pc:docMkLst>
      <pc:sldChg chg="add del">
        <pc:chgData name="MYUNG JIN" userId="89f3fa32ababedc4" providerId="LiveId" clId="{257976FD-A396-44BB-8996-B76C1F246971}" dt="2025-10-01T07:56:19.349" v="1784" actId="47"/>
        <pc:sldMkLst>
          <pc:docMk/>
          <pc:sldMk cId="3466768845" sldId="1192"/>
        </pc:sldMkLst>
      </pc:sldChg>
      <pc:sldChg chg="add del">
        <pc:chgData name="MYUNG JIN" userId="89f3fa32ababedc4" providerId="LiveId" clId="{257976FD-A396-44BB-8996-B76C1F246971}" dt="2025-10-01T07:56:19.794" v="1785" actId="47"/>
        <pc:sldMkLst>
          <pc:docMk/>
          <pc:sldMk cId="3667421394" sldId="1193"/>
        </pc:sldMkLst>
      </pc:sldChg>
      <pc:sldChg chg="add del">
        <pc:chgData name="MYUNG JIN" userId="89f3fa32ababedc4" providerId="LiveId" clId="{257976FD-A396-44BB-8996-B76C1F246971}" dt="2025-10-01T07:56:20.796" v="1786" actId="47"/>
        <pc:sldMkLst>
          <pc:docMk/>
          <pc:sldMk cId="918208402" sldId="1194"/>
        </pc:sldMkLst>
      </pc:sldChg>
      <pc:sldChg chg="add del">
        <pc:chgData name="MYUNG JIN" userId="89f3fa32ababedc4" providerId="LiveId" clId="{257976FD-A396-44BB-8996-B76C1F246971}" dt="2025-10-01T07:56:21.390" v="1787" actId="47"/>
        <pc:sldMkLst>
          <pc:docMk/>
          <pc:sldMk cId="1124758222" sldId="1195"/>
        </pc:sldMkLst>
      </pc:sldChg>
      <pc:sldChg chg="modSp add del mod">
        <pc:chgData name="MYUNG JIN" userId="89f3fa32ababedc4" providerId="LiveId" clId="{257976FD-A396-44BB-8996-B76C1F246971}" dt="2025-10-01T07:56:18.267" v="1783" actId="47"/>
        <pc:sldMkLst>
          <pc:docMk/>
          <pc:sldMk cId="3265926379" sldId="1197"/>
        </pc:sldMkLst>
      </pc:sldChg>
      <pc:sldChg chg="addSp modSp del mod">
        <pc:chgData name="MYUNG JIN" userId="89f3fa32ababedc4" providerId="LiveId" clId="{257976FD-A396-44BB-8996-B76C1F246971}" dt="2025-09-30T11:36:19.925" v="1261" actId="47"/>
        <pc:sldMkLst>
          <pc:docMk/>
          <pc:sldMk cId="2299619397" sldId="1199"/>
        </pc:sldMkLst>
      </pc:sldChg>
      <pc:sldChg chg="addSp delSp modSp add del mod">
        <pc:chgData name="MYUNG JIN" userId="89f3fa32ababedc4" providerId="LiveId" clId="{257976FD-A396-44BB-8996-B76C1F246971}" dt="2025-10-01T07:54:13.557" v="1756" actId="47"/>
        <pc:sldMkLst>
          <pc:docMk/>
          <pc:sldMk cId="1272181844" sldId="1201"/>
        </pc:sldMkLst>
      </pc:sldChg>
      <pc:sldChg chg="modSp mod">
        <pc:chgData name="MYUNG JIN" userId="89f3fa32ababedc4" providerId="LiveId" clId="{257976FD-A396-44BB-8996-B76C1F246971}" dt="2025-09-26T01:26:25.312" v="1149" actId="20577"/>
        <pc:sldMkLst>
          <pc:docMk/>
          <pc:sldMk cId="329930275" sldId="1202"/>
        </pc:sldMkLst>
      </pc:sldChg>
      <pc:sldChg chg="addSp delSp modSp new del mod">
        <pc:chgData name="MYUNG JIN" userId="89f3fa32ababedc4" providerId="LiveId" clId="{257976FD-A396-44BB-8996-B76C1F246971}" dt="2025-10-20T06:55:31.751" v="3063" actId="47"/>
        <pc:sldMkLst>
          <pc:docMk/>
          <pc:sldMk cId="3508424867" sldId="1202"/>
        </pc:sldMkLst>
      </pc:sldChg>
      <pc:sldChg chg="new del">
        <pc:chgData name="MYUNG JIN" userId="89f3fa32ababedc4" providerId="LiveId" clId="{257976FD-A396-44BB-8996-B76C1F246971}" dt="2025-10-01T07:55:19.158" v="1764" actId="47"/>
        <pc:sldMkLst>
          <pc:docMk/>
          <pc:sldMk cId="1013653539" sldId="1203"/>
        </pc:sldMkLst>
      </pc:sldChg>
      <pc:sldChg chg="new del">
        <pc:chgData name="MYUNG JIN" userId="89f3fa32ababedc4" providerId="LiveId" clId="{257976FD-A396-44BB-8996-B76C1F246971}" dt="2025-10-01T07:54:56.299" v="1761" actId="47"/>
        <pc:sldMkLst>
          <pc:docMk/>
          <pc:sldMk cId="1520909065" sldId="1203"/>
        </pc:sldMkLst>
      </pc:sldChg>
      <pc:sldChg chg="addSp delSp modSp new del mod">
        <pc:chgData name="MYUNG JIN" userId="89f3fa32ababedc4" providerId="LiveId" clId="{257976FD-A396-44BB-8996-B76C1F246971}" dt="2025-10-13T06:45:29.947" v="1964" actId="47"/>
        <pc:sldMkLst>
          <pc:docMk/>
          <pc:sldMk cId="2515411891" sldId="1203"/>
        </pc:sldMkLst>
      </pc:sldChg>
      <pc:sldChg chg="addSp delSp modSp add mod">
        <pc:chgData name="MYUNG JIN" userId="89f3fa32ababedc4" providerId="LiveId" clId="{257976FD-A396-44BB-8996-B76C1F246971}" dt="2025-10-20T06:59:51.245" v="3477" actId="115"/>
        <pc:sldMkLst>
          <pc:docMk/>
          <pc:sldMk cId="2617899150" sldId="1203"/>
        </pc:sldMkLst>
        <pc:spChg chg="add mod">
          <ac:chgData name="MYUNG JIN" userId="89f3fa32ababedc4" providerId="LiveId" clId="{257976FD-A396-44BB-8996-B76C1F246971}" dt="2025-10-20T06:56:05.629" v="3069" actId="14100"/>
          <ac:spMkLst>
            <pc:docMk/>
            <pc:sldMk cId="2617899150" sldId="1203"/>
            <ac:spMk id="2" creationId="{6B1485D3-19D3-71B2-DBE7-92AABD5253D3}"/>
          </ac:spMkLst>
        </pc:spChg>
        <pc:spChg chg="add del mod">
          <ac:chgData name="MYUNG JIN" userId="89f3fa32ababedc4" providerId="LiveId" clId="{257976FD-A396-44BB-8996-B76C1F246971}" dt="2025-10-20T06:56:14.883" v="3072" actId="478"/>
          <ac:spMkLst>
            <pc:docMk/>
            <pc:sldMk cId="2617899150" sldId="1203"/>
            <ac:spMk id="3" creationId="{38146023-6802-8599-5994-7966790DB8DD}"/>
          </ac:spMkLst>
        </pc:spChg>
        <pc:spChg chg="add del mod">
          <ac:chgData name="MYUNG JIN" userId="89f3fa32ababedc4" providerId="LiveId" clId="{257976FD-A396-44BB-8996-B76C1F246971}" dt="2025-10-20T06:56:16.919" v="3073" actId="478"/>
          <ac:spMkLst>
            <pc:docMk/>
            <pc:sldMk cId="2617899150" sldId="1203"/>
            <ac:spMk id="5" creationId="{CD34473C-7E21-D6EC-2010-7F818CF9B12E}"/>
          </ac:spMkLst>
        </pc:spChg>
        <pc:spChg chg="add mod">
          <ac:chgData name="MYUNG JIN" userId="89f3fa32ababedc4" providerId="LiveId" clId="{257976FD-A396-44BB-8996-B76C1F246971}" dt="2025-10-20T06:56:25.462" v="3074" actId="571"/>
          <ac:spMkLst>
            <pc:docMk/>
            <pc:sldMk cId="2617899150" sldId="1203"/>
            <ac:spMk id="8" creationId="{69BF5CAE-67B4-055A-85A2-F9D028406767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19" creationId="{79A6278C-244B-9839-4F5D-14C4D508C682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2" creationId="{AAB80E77-1202-BE25-4A40-799A2B88D4E2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4" creationId="{23C841AE-52C5-4389-8924-E8FD38259367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6" creationId="{EB4320EC-76FA-DF5C-D0C6-1D0A00D6D9B5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8" creationId="{4498C4AD-F22E-DA64-BB7C-7AF156149130}"/>
          </ac:spMkLst>
        </pc:spChg>
        <pc:spChg chg="mod">
          <ac:chgData name="MYUNG JIN" userId="89f3fa32ababedc4" providerId="LiveId" clId="{257976FD-A396-44BB-8996-B76C1F246971}" dt="2025-10-14T05:47:35.168" v="3061" actId="208"/>
          <ac:spMkLst>
            <pc:docMk/>
            <pc:sldMk cId="2617899150" sldId="1203"/>
            <ac:spMk id="31" creationId="{670AAD23-1315-0C92-F904-B91B60267C2F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35" creationId="{014ADB5B-B1EC-FE4C-3C34-B138745FA4D3}"/>
          </ac:spMkLst>
        </pc:spChg>
        <pc:spChg chg="mod">
          <ac:chgData name="MYUNG JIN" userId="89f3fa32ababedc4" providerId="LiveId" clId="{257976FD-A396-44BB-8996-B76C1F246971}" dt="2025-10-20T06:59:51.245" v="3477" actId="115"/>
          <ac:spMkLst>
            <pc:docMk/>
            <pc:sldMk cId="2617899150" sldId="1203"/>
            <ac:spMk id="60" creationId="{BCF1380B-36A5-33AB-1374-7C3D3B1435EB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61" creationId="{B46AAEE3-1B7A-6120-0268-A77C1E376D17}"/>
          </ac:spMkLst>
        </pc:spChg>
        <pc:graphicFrameChg chg="add mod">
          <ac:chgData name="MYUNG JIN" userId="89f3fa32ababedc4" providerId="LiveId" clId="{257976FD-A396-44BB-8996-B76C1F246971}" dt="2025-10-20T06:55:35.642" v="3064"/>
          <ac:graphicFrameMkLst>
            <pc:docMk/>
            <pc:sldMk cId="2617899150" sldId="1203"/>
            <ac:graphicFrameMk id="6" creationId="{37812086-7705-3741-6229-C8BA1B1AFF77}"/>
          </ac:graphicFrameMkLst>
        </pc:graphicFrameChg>
        <pc:picChg chg="del">
          <ac:chgData name="MYUNG JIN" userId="89f3fa32ababedc4" providerId="LiveId" clId="{257976FD-A396-44BB-8996-B76C1F246971}" dt="2025-10-20T06:55:52.202" v="3068" actId="478"/>
          <ac:picMkLst>
            <pc:docMk/>
            <pc:sldMk cId="2617899150" sldId="1203"/>
            <ac:picMk id="4" creationId="{3C6D37CC-48BB-3CFD-1943-95835634D4D8}"/>
          </ac:picMkLst>
        </pc:picChg>
        <pc:picChg chg="add mod ord">
          <ac:chgData name="MYUNG JIN" userId="89f3fa32ababedc4" providerId="LiveId" clId="{257976FD-A396-44BB-8996-B76C1F246971}" dt="2025-10-20T06:55:50.439" v="3067" actId="167"/>
          <ac:picMkLst>
            <pc:docMk/>
            <pc:sldMk cId="2617899150" sldId="1203"/>
            <ac:picMk id="7" creationId="{7168AE07-FBB9-8981-6AF9-FAF1DEAE0BBF}"/>
          </ac:picMkLst>
        </pc:picChg>
      </pc:sldChg>
      <pc:sldChg chg="addSp delSp modSp mod">
        <pc:chgData name="MYUNG JIN" userId="89f3fa32ababedc4" providerId="LiveId" clId="{257976FD-A396-44BB-8996-B76C1F246971}" dt="2025-09-26T00:46:40.736" v="517" actId="21"/>
        <pc:sldMkLst>
          <pc:docMk/>
          <pc:sldMk cId="2957254893" sldId="1203"/>
        </pc:sldMkLst>
      </pc:sldChg>
      <pc:sldChg chg="new del">
        <pc:chgData name="MYUNG JIN" userId="89f3fa32ababedc4" providerId="LiveId" clId="{257976FD-A396-44BB-8996-B76C1F246971}" dt="2025-10-01T07:55:19.578" v="1765" actId="47"/>
        <pc:sldMkLst>
          <pc:docMk/>
          <pc:sldMk cId="381737056" sldId="1204"/>
        </pc:sldMkLst>
      </pc:sldChg>
      <pc:sldChg chg="new del">
        <pc:chgData name="MYUNG JIN" userId="89f3fa32ababedc4" providerId="LiveId" clId="{257976FD-A396-44BB-8996-B76C1F246971}" dt="2025-10-01T07:55:31.789" v="1772" actId="680"/>
        <pc:sldMkLst>
          <pc:docMk/>
          <pc:sldMk cId="408317217" sldId="1204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3812514884" sldId="1204"/>
        </pc:sldMkLst>
      </pc:sldChg>
      <pc:sldChg chg="modSp mod">
        <pc:chgData name="MYUNG JIN" userId="89f3fa32ababedc4" providerId="LiveId" clId="{257976FD-A396-44BB-8996-B76C1F246971}" dt="2025-09-26T00:47:26.848" v="540" actId="14734"/>
        <pc:sldMkLst>
          <pc:docMk/>
          <pc:sldMk cId="3846923948" sldId="1204"/>
        </pc:sldMkLst>
      </pc:sldChg>
      <pc:sldChg chg="new del">
        <pc:chgData name="MYUNG JIN" userId="89f3fa32ababedc4" providerId="LiveId" clId="{257976FD-A396-44BB-8996-B76C1F246971}" dt="2025-10-01T07:55:31.299" v="1771" actId="680"/>
        <pc:sldMkLst>
          <pc:docMk/>
          <pc:sldMk cId="865520701" sldId="1205"/>
        </pc:sldMkLst>
      </pc:sldChg>
      <pc:sldChg chg="modSp mod">
        <pc:chgData name="MYUNG JIN" userId="89f3fa32ababedc4" providerId="LiveId" clId="{257976FD-A396-44BB-8996-B76C1F246971}" dt="2025-09-26T00:45:16.478" v="506" actId="14734"/>
        <pc:sldMkLst>
          <pc:docMk/>
          <pc:sldMk cId="944702774" sldId="1205"/>
        </pc:sldMkLst>
      </pc:sldChg>
      <pc:sldChg chg="addSp modSp add del">
        <pc:chgData name="MYUNG JIN" userId="89f3fa32ababedc4" providerId="LiveId" clId="{257976FD-A396-44BB-8996-B76C1F246971}" dt="2025-10-13T06:45:29.947" v="1964" actId="47"/>
        <pc:sldMkLst>
          <pc:docMk/>
          <pc:sldMk cId="2469387454" sldId="1205"/>
        </pc:sldMkLst>
      </pc:sldChg>
      <pc:sldChg chg="new del">
        <pc:chgData name="MYUNG JIN" userId="89f3fa32ababedc4" providerId="LiveId" clId="{257976FD-A396-44BB-8996-B76C1F246971}" dt="2025-10-01T07:55:30.878" v="1770" actId="680"/>
        <pc:sldMkLst>
          <pc:docMk/>
          <pc:sldMk cId="1659726006" sldId="1206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3126655929" sldId="1206"/>
        </pc:sldMkLst>
      </pc:sldChg>
      <pc:sldChg chg="modSp mod">
        <pc:chgData name="MYUNG JIN" userId="89f3fa32ababedc4" providerId="LiveId" clId="{257976FD-A396-44BB-8996-B76C1F246971}" dt="2025-09-26T00:46:00.652" v="511" actId="20577"/>
        <pc:sldMkLst>
          <pc:docMk/>
          <pc:sldMk cId="4143589686" sldId="1206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1143929467" sldId="1207"/>
        </pc:sldMkLst>
      </pc:sldChg>
      <pc:sldChg chg="modSp mod">
        <pc:chgData name="MYUNG JIN" userId="89f3fa32ababedc4" providerId="LiveId" clId="{257976FD-A396-44BB-8996-B76C1F246971}" dt="2025-09-26T00:41:16.391" v="307" actId="6549"/>
        <pc:sldMkLst>
          <pc:docMk/>
          <pc:sldMk cId="3161827629" sldId="1207"/>
        </pc:sldMkLst>
      </pc:sldChg>
      <pc:sldChg chg="addSp delSp modSp add del mod">
        <pc:chgData name="MYUNG JIN" userId="89f3fa32ababedc4" providerId="LiveId" clId="{257976FD-A396-44BB-8996-B76C1F246971}" dt="2025-09-26T01:26:11.674" v="1148" actId="47"/>
        <pc:sldMkLst>
          <pc:docMk/>
          <pc:sldMk cId="415477468" sldId="1208"/>
        </pc:sldMkLst>
      </pc:sldChg>
      <pc:sldMasterChg chg="delSp modSp mod delSldLayout modSldLayout">
        <pc:chgData name="MYUNG JIN" userId="89f3fa32ababedc4" providerId="LiveId" clId="{257976FD-A396-44BB-8996-B76C1F246971}" dt="2025-10-01T07:56:21.390" v="1787" actId="47"/>
        <pc:sldMasterMkLst>
          <pc:docMk/>
          <pc:sldMasterMk cId="2435781914" sldId="2147483660"/>
        </pc:sldMasterMkLst>
        <pc:sldLayoutChg chg="addSp modSp mod">
          <pc:chgData name="MYUNG JIN" userId="89f3fa32ababedc4" providerId="LiveId" clId="{257976FD-A396-44BB-8996-B76C1F246971}" dt="2025-10-01T07:54:31.669" v="1759" actId="20577"/>
          <pc:sldLayoutMkLst>
            <pc:docMk/>
            <pc:sldMasterMk cId="2435781914" sldId="2147483660"/>
            <pc:sldLayoutMk cId="2222738571" sldId="2147483662"/>
          </pc:sldLayoutMkLst>
          <pc:spChg chg="add mod">
            <ac:chgData name="MYUNG JIN" userId="89f3fa32ababedc4" providerId="LiveId" clId="{257976FD-A396-44BB-8996-B76C1F246971}" dt="2025-10-01T07:54:31.669" v="1759" actId="20577"/>
            <ac:spMkLst>
              <pc:docMk/>
              <pc:sldMasterMk cId="2435781914" sldId="2147483660"/>
              <pc:sldLayoutMk cId="2222738571" sldId="2147483662"/>
              <ac:spMk id="4" creationId="{DACAEF3C-4131-05D4-0B4D-C0445EF1107A}"/>
            </ac:spMkLst>
          </pc:spChg>
        </pc:sldLayoutChg>
        <pc:sldLayoutChg chg="del">
          <pc:chgData name="MYUNG JIN" userId="89f3fa32ababedc4" providerId="LiveId" clId="{257976FD-A396-44BB-8996-B76C1F246971}" dt="2025-10-01T07:56:21.390" v="1787" actId="47"/>
          <pc:sldLayoutMkLst>
            <pc:docMk/>
            <pc:sldMasterMk cId="2435781914" sldId="2147483660"/>
            <pc:sldLayoutMk cId="2192433176" sldId="2147483675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0"/>
            <a:ext cx="4301543" cy="339884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22801" y="0"/>
            <a:ext cx="4301543" cy="339884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3CD2ACDA-7BB5-4D83-9D1E-40BA6ED2D672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3" y="6456611"/>
            <a:ext cx="4301543" cy="339884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22801" y="6456611"/>
            <a:ext cx="4301543" cy="339884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67B1AA9A-CA94-4FB2-B54A-A027AE95F2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28621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4301543" cy="341064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801" y="1"/>
            <a:ext cx="4301543" cy="341064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1932AF9E-6075-47ED-A5F2-B86042DA2162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08350" y="850900"/>
            <a:ext cx="3309938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1" rIns="91422" bIns="4571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6" y="3271386"/>
            <a:ext cx="7941310" cy="2676585"/>
          </a:xfrm>
          <a:prstGeom prst="rect">
            <a:avLst/>
          </a:prstGeom>
        </p:spPr>
        <p:txBody>
          <a:bodyPr vert="horz" lIns="91422" tIns="45711" rIns="91422" bIns="4571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6456612"/>
            <a:ext cx="4301543" cy="341064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801" y="6456612"/>
            <a:ext cx="4301543" cy="341064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E4EE1E0A-51B5-487F-BB1F-3B3A5BDB4F5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87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2" descr="서울대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885" y="6264278"/>
            <a:ext cx="589889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549" name="Rectangle 469"/>
          <p:cNvSpPr>
            <a:spLocks noGrp="1" noChangeArrowheads="1"/>
          </p:cNvSpPr>
          <p:nvPr>
            <p:ph type="ctrTitle" sz="quarter"/>
          </p:nvPr>
        </p:nvSpPr>
        <p:spPr>
          <a:xfrm>
            <a:off x="742950" y="2286000"/>
            <a:ext cx="84201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46550" name="Rectangle 470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Font typeface="Wingdings 2" pitchFamily="18" charset="2"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98611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CAEF3C-4131-05D4-0B4D-C0445EF1107A}"/>
              </a:ext>
            </a:extLst>
          </p:cNvPr>
          <p:cNvSpPr txBox="1"/>
          <p:nvPr userDrawn="1"/>
        </p:nvSpPr>
        <p:spPr>
          <a:xfrm>
            <a:off x="4597003" y="6571947"/>
            <a:ext cx="933847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A3239DE-04C0-D343-B576-D418D8578400}" type="slidenum">
              <a:rPr kumimoji="1" lang="en-US" altLang="ko-Kore-KR" sz="1051" b="1" smtClean="0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‹#›</a:t>
            </a:fld>
            <a:r>
              <a:rPr kumimoji="1" lang="ko-KR" altLang="en-US" sz="1051" b="1" dirty="0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 </a:t>
            </a:r>
            <a:r>
              <a:rPr kumimoji="1" lang="en-US" altLang="ko-KR" sz="1051" b="1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/ 5</a:t>
            </a:r>
            <a:endParaRPr kumimoji="1" lang="en-US" altLang="ko-KR" sz="1051" b="1" dirty="0">
              <a:solidFill>
                <a:srgbClr val="0A0906"/>
              </a:solidFill>
              <a:latin typeface="Arial" panose="020B0604020202020204" pitchFamily="34" charset="0"/>
              <a:ea typeface="Gungsuh" panose="0203060000010101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738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3"/>
            <a:ext cx="8420100" cy="1362075"/>
          </a:xfrm>
        </p:spPr>
        <p:txBody>
          <a:bodyPr anchor="t"/>
          <a:lstStyle>
            <a:lvl1pPr algn="l">
              <a:defRPr sz="433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67"/>
            </a:lvl1pPr>
            <a:lvl2pPr marL="495285" indent="0">
              <a:buNone/>
              <a:defRPr sz="1950"/>
            </a:lvl2pPr>
            <a:lvl3pPr marL="990570" indent="0">
              <a:buNone/>
              <a:defRPr sz="1733"/>
            </a:lvl3pPr>
            <a:lvl4pPr marL="1485854" indent="0">
              <a:buNone/>
              <a:defRPr sz="1517"/>
            </a:lvl4pPr>
            <a:lvl5pPr marL="1981139" indent="0">
              <a:buNone/>
              <a:defRPr sz="1517"/>
            </a:lvl5pPr>
            <a:lvl6pPr marL="2476424" indent="0">
              <a:buNone/>
              <a:defRPr sz="1517"/>
            </a:lvl6pPr>
            <a:lvl7pPr marL="2971709" indent="0">
              <a:buNone/>
              <a:defRPr sz="1517"/>
            </a:lvl7pPr>
            <a:lvl8pPr marL="3466993" indent="0">
              <a:buNone/>
              <a:defRPr sz="1517"/>
            </a:lvl8pPr>
            <a:lvl9pPr marL="3962278" indent="0">
              <a:buNone/>
              <a:defRPr sz="151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051466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357313"/>
            <a:ext cx="4375150" cy="4768850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357313"/>
            <a:ext cx="4375150" cy="4768850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340651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2" y="1535113"/>
            <a:ext cx="437859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66832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0631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6" cy="1162050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3"/>
            <a:ext cx="5537729" cy="5853113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2" y="1435103"/>
            <a:ext cx="3259006" cy="4691063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339865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2271928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5463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185741"/>
            <a:ext cx="2228850" cy="59404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85741"/>
            <a:ext cx="6521450" cy="59404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3506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495300" y="185741"/>
            <a:ext cx="8915400" cy="59404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623785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466"/>
          <p:cNvSpPr>
            <a:spLocks noChangeShapeType="1"/>
          </p:cNvSpPr>
          <p:nvPr/>
        </p:nvSpPr>
        <p:spPr bwMode="auto">
          <a:xfrm>
            <a:off x="990600" y="904875"/>
            <a:ext cx="780269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kumimoji="1" lang="ko-KR" altLang="en-US" sz="1733">
              <a:solidFill>
                <a:srgbClr val="292929"/>
              </a:solidFill>
              <a:latin typeface="Arial" panose="020B0604020202020204" pitchFamily="34" charset="0"/>
            </a:endParaRPr>
          </a:p>
        </p:txBody>
      </p:sp>
      <p:sp>
        <p:nvSpPr>
          <p:cNvPr id="1027" name="Rectangle 467"/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185738"/>
            <a:ext cx="8915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46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357313"/>
            <a:ext cx="8915400" cy="4768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pic>
        <p:nvPicPr>
          <p:cNvPr id="1030" name="Picture 22" descr="서울대 logo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885" y="6264278"/>
            <a:ext cx="589889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Line 476"/>
          <p:cNvSpPr>
            <a:spLocks noChangeShapeType="1"/>
          </p:cNvSpPr>
          <p:nvPr userDrawn="1"/>
        </p:nvSpPr>
        <p:spPr bwMode="auto">
          <a:xfrm>
            <a:off x="428229" y="6237288"/>
            <a:ext cx="9049544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kumimoji="1" lang="ko-KR" altLang="en-US" sz="1733">
              <a:solidFill>
                <a:srgbClr val="29292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781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5pPr>
      <a:lvl6pPr marL="495285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6pPr>
      <a:lvl7pPr marL="990570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7pPr>
      <a:lvl8pPr marL="1485854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8pPr>
      <a:lvl9pPr marL="1981139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9pPr>
    </p:titleStyle>
    <p:bodyStyle>
      <a:lvl1pPr marL="484966" indent="-484966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±"/>
        <a:defRPr kumimoji="1" sz="3467">
          <a:solidFill>
            <a:schemeClr val="tx1"/>
          </a:solidFill>
          <a:latin typeface="+mn-lt"/>
          <a:ea typeface="+mn-ea"/>
          <a:cs typeface="+mn-cs"/>
        </a:defRPr>
      </a:lvl1pPr>
      <a:lvl2pPr marL="963054" indent="-476368" algn="l" rtl="0" eaLnBrk="0" fontAlgn="base" latinLnBrk="1" hangingPunct="0">
        <a:spcBef>
          <a:spcPct val="20000"/>
        </a:spcBef>
        <a:spcAft>
          <a:spcPct val="0"/>
        </a:spcAft>
        <a:buClr>
          <a:schemeClr val="hlink"/>
        </a:buClr>
        <a:buSzPct val="90000"/>
        <a:buFont typeface="Wingdings 2" panose="05020102010507070707" pitchFamily="18" charset="2"/>
        <a:buChar char="®"/>
        <a:defRPr kumimoji="1" sz="3033">
          <a:solidFill>
            <a:schemeClr val="tx1"/>
          </a:solidFill>
          <a:latin typeface="+mn-lt"/>
          <a:ea typeface="+mn-ea"/>
          <a:cs typeface="+mn-cs"/>
        </a:defRPr>
      </a:lvl2pPr>
      <a:lvl3pPr marL="1401588" indent="-436814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anose="05020102010507070707" pitchFamily="18" charset="2"/>
        <a:buChar char="®"/>
        <a:defRPr kumimoji="1" sz="2600">
          <a:solidFill>
            <a:schemeClr val="tx1"/>
          </a:solidFill>
          <a:latin typeface="+mn-lt"/>
          <a:ea typeface="+mn-ea"/>
          <a:cs typeface="+mn-cs"/>
        </a:defRPr>
      </a:lvl3pPr>
      <a:lvl4pPr marL="1821204" indent="-417897" algn="l" rtl="0" eaLnBrk="0" fontAlgn="base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 2" panose="05020102010507070707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4pPr>
      <a:lvl5pPr marL="2242539" indent="-419616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5pPr>
      <a:lvl6pPr marL="2737824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6pPr>
      <a:lvl7pPr marL="3233109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7pPr>
      <a:lvl8pPr marL="3728394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8pPr>
      <a:lvl9pPr marL="4223678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4760-9736-96D2-EBD9-62C6824F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101846C4-0B40-3C13-DC87-0D59F94BF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895"/>
            <a:ext cx="9906000" cy="5028715"/>
          </a:xfrm>
          <a:prstGeom prst="rect">
            <a:avLst/>
          </a:prstGeom>
        </p:spPr>
      </p:pic>
      <p:sp>
        <p:nvSpPr>
          <p:cNvPr id="35" name="원호 34">
            <a:extLst>
              <a:ext uri="{FF2B5EF4-FFF2-40B4-BE49-F238E27FC236}">
                <a16:creationId xmlns:a16="http://schemas.microsoft.com/office/drawing/2014/main" id="{014ADB5B-B1EC-FE4C-3C34-B138745FA4D3}"/>
              </a:ext>
            </a:extLst>
          </p:cNvPr>
          <p:cNvSpPr/>
          <p:nvPr/>
        </p:nvSpPr>
        <p:spPr bwMode="auto">
          <a:xfrm>
            <a:off x="6840220" y="4209953"/>
            <a:ext cx="217348" cy="217492"/>
          </a:xfrm>
          <a:prstGeom prst="arc">
            <a:avLst>
              <a:gd name="adj1" fmla="val 16200000"/>
              <a:gd name="adj2" fmla="val 161139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2" name="원호 11">
            <a:extLst>
              <a:ext uri="{FF2B5EF4-FFF2-40B4-BE49-F238E27FC236}">
                <a16:creationId xmlns:a16="http://schemas.microsoft.com/office/drawing/2014/main" id="{98984D53-B88A-9F9A-8D24-F3CD1C87E267}"/>
              </a:ext>
            </a:extLst>
          </p:cNvPr>
          <p:cNvSpPr/>
          <p:nvPr/>
        </p:nvSpPr>
        <p:spPr bwMode="auto">
          <a:xfrm>
            <a:off x="6840220" y="4209953"/>
            <a:ext cx="217348" cy="217492"/>
          </a:xfrm>
          <a:prstGeom prst="arc">
            <a:avLst>
              <a:gd name="adj1" fmla="val 16200000"/>
              <a:gd name="adj2" fmla="val 13435047"/>
            </a:avLst>
          </a:prstGeom>
          <a:noFill/>
          <a:ln w="444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8" name="원호 17">
            <a:extLst>
              <a:ext uri="{FF2B5EF4-FFF2-40B4-BE49-F238E27FC236}">
                <a16:creationId xmlns:a16="http://schemas.microsoft.com/office/drawing/2014/main" id="{32DE2095-8C4E-5799-3522-2851EFFD73BD}"/>
              </a:ext>
            </a:extLst>
          </p:cNvPr>
          <p:cNvSpPr/>
          <p:nvPr/>
        </p:nvSpPr>
        <p:spPr bwMode="auto">
          <a:xfrm>
            <a:off x="5873750" y="1567382"/>
            <a:ext cx="217348" cy="217492"/>
          </a:xfrm>
          <a:prstGeom prst="arc">
            <a:avLst>
              <a:gd name="adj1" fmla="val 16200000"/>
              <a:gd name="adj2" fmla="val 3136485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9" name="원호 18">
            <a:extLst>
              <a:ext uri="{FF2B5EF4-FFF2-40B4-BE49-F238E27FC236}">
                <a16:creationId xmlns:a16="http://schemas.microsoft.com/office/drawing/2014/main" id="{79A6278C-244B-9839-4F5D-14C4D508C682}"/>
              </a:ext>
            </a:extLst>
          </p:cNvPr>
          <p:cNvSpPr/>
          <p:nvPr/>
        </p:nvSpPr>
        <p:spPr bwMode="auto">
          <a:xfrm>
            <a:off x="6846570" y="1567382"/>
            <a:ext cx="217348" cy="217492"/>
          </a:xfrm>
          <a:prstGeom prst="arc">
            <a:avLst>
              <a:gd name="adj1" fmla="val 16200000"/>
              <a:gd name="adj2" fmla="val 161147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0" name="원호 19">
            <a:extLst>
              <a:ext uri="{FF2B5EF4-FFF2-40B4-BE49-F238E27FC236}">
                <a16:creationId xmlns:a16="http://schemas.microsoft.com/office/drawing/2014/main" id="{2BA1B61B-4BE2-1B16-483F-D8E417FDC3ED}"/>
              </a:ext>
            </a:extLst>
          </p:cNvPr>
          <p:cNvSpPr/>
          <p:nvPr/>
        </p:nvSpPr>
        <p:spPr bwMode="auto">
          <a:xfrm>
            <a:off x="6846570" y="1567382"/>
            <a:ext cx="217348" cy="217492"/>
          </a:xfrm>
          <a:prstGeom prst="arc">
            <a:avLst>
              <a:gd name="adj1" fmla="val 16200000"/>
              <a:gd name="adj2" fmla="val 2823078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1" name="원호 20">
            <a:extLst>
              <a:ext uri="{FF2B5EF4-FFF2-40B4-BE49-F238E27FC236}">
                <a16:creationId xmlns:a16="http://schemas.microsoft.com/office/drawing/2014/main" id="{77C7F715-52C7-1278-19EE-4719E0882729}"/>
              </a:ext>
            </a:extLst>
          </p:cNvPr>
          <p:cNvSpPr/>
          <p:nvPr/>
        </p:nvSpPr>
        <p:spPr bwMode="auto">
          <a:xfrm>
            <a:off x="5873750" y="2003060"/>
            <a:ext cx="217348" cy="217492"/>
          </a:xfrm>
          <a:prstGeom prst="arc">
            <a:avLst>
              <a:gd name="adj1" fmla="val 16200000"/>
              <a:gd name="adj2" fmla="val 1656537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2" name="원호 21">
            <a:extLst>
              <a:ext uri="{FF2B5EF4-FFF2-40B4-BE49-F238E27FC236}">
                <a16:creationId xmlns:a16="http://schemas.microsoft.com/office/drawing/2014/main" id="{AAB80E77-1202-BE25-4A40-799A2B88D4E2}"/>
              </a:ext>
            </a:extLst>
          </p:cNvPr>
          <p:cNvSpPr/>
          <p:nvPr/>
        </p:nvSpPr>
        <p:spPr bwMode="auto">
          <a:xfrm>
            <a:off x="6846570" y="2003060"/>
            <a:ext cx="217348" cy="217492"/>
          </a:xfrm>
          <a:prstGeom prst="arc">
            <a:avLst>
              <a:gd name="adj1" fmla="val 16200000"/>
              <a:gd name="adj2" fmla="val 16039806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3" name="원호 22">
            <a:extLst>
              <a:ext uri="{FF2B5EF4-FFF2-40B4-BE49-F238E27FC236}">
                <a16:creationId xmlns:a16="http://schemas.microsoft.com/office/drawing/2014/main" id="{6AF0BCA1-CCDC-68BD-812C-1A5AA1FDA92E}"/>
              </a:ext>
            </a:extLst>
          </p:cNvPr>
          <p:cNvSpPr/>
          <p:nvPr/>
        </p:nvSpPr>
        <p:spPr bwMode="auto">
          <a:xfrm>
            <a:off x="6846570" y="2003060"/>
            <a:ext cx="217348" cy="217492"/>
          </a:xfrm>
          <a:prstGeom prst="arc">
            <a:avLst>
              <a:gd name="adj1" fmla="val 16200000"/>
              <a:gd name="adj2" fmla="val 16529175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4" name="원호 23">
            <a:extLst>
              <a:ext uri="{FF2B5EF4-FFF2-40B4-BE49-F238E27FC236}">
                <a16:creationId xmlns:a16="http://schemas.microsoft.com/office/drawing/2014/main" id="{23C841AE-52C5-4389-8924-E8FD38259367}"/>
              </a:ext>
            </a:extLst>
          </p:cNvPr>
          <p:cNvSpPr/>
          <p:nvPr/>
        </p:nvSpPr>
        <p:spPr bwMode="auto">
          <a:xfrm>
            <a:off x="6846570" y="2640177"/>
            <a:ext cx="217348" cy="217492"/>
          </a:xfrm>
          <a:prstGeom prst="arc">
            <a:avLst>
              <a:gd name="adj1" fmla="val 16200000"/>
              <a:gd name="adj2" fmla="val 161147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5" name="원호 24">
            <a:extLst>
              <a:ext uri="{FF2B5EF4-FFF2-40B4-BE49-F238E27FC236}">
                <a16:creationId xmlns:a16="http://schemas.microsoft.com/office/drawing/2014/main" id="{A5F702D9-61A3-A79A-6473-B2B63C4A617D}"/>
              </a:ext>
            </a:extLst>
          </p:cNvPr>
          <p:cNvSpPr/>
          <p:nvPr/>
        </p:nvSpPr>
        <p:spPr bwMode="auto">
          <a:xfrm>
            <a:off x="6846570" y="2640177"/>
            <a:ext cx="217348" cy="217492"/>
          </a:xfrm>
          <a:prstGeom prst="arc">
            <a:avLst>
              <a:gd name="adj1" fmla="val 16200000"/>
              <a:gd name="adj2" fmla="val 18998169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6" name="원호 25">
            <a:extLst>
              <a:ext uri="{FF2B5EF4-FFF2-40B4-BE49-F238E27FC236}">
                <a16:creationId xmlns:a16="http://schemas.microsoft.com/office/drawing/2014/main" id="{EB4320EC-76FA-DF5C-D0C6-1D0A00D6D9B5}"/>
              </a:ext>
            </a:extLst>
          </p:cNvPr>
          <p:cNvSpPr/>
          <p:nvPr/>
        </p:nvSpPr>
        <p:spPr bwMode="auto">
          <a:xfrm>
            <a:off x="6840220" y="3374612"/>
            <a:ext cx="217348" cy="217492"/>
          </a:xfrm>
          <a:prstGeom prst="arc">
            <a:avLst>
              <a:gd name="adj1" fmla="val 16200000"/>
              <a:gd name="adj2" fmla="val 16176875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8" name="원호 27">
            <a:extLst>
              <a:ext uri="{FF2B5EF4-FFF2-40B4-BE49-F238E27FC236}">
                <a16:creationId xmlns:a16="http://schemas.microsoft.com/office/drawing/2014/main" id="{4498C4AD-F22E-DA64-BB7C-7AF156149130}"/>
              </a:ext>
            </a:extLst>
          </p:cNvPr>
          <p:cNvSpPr/>
          <p:nvPr/>
        </p:nvSpPr>
        <p:spPr bwMode="auto">
          <a:xfrm>
            <a:off x="6840220" y="3806126"/>
            <a:ext cx="217348" cy="217492"/>
          </a:xfrm>
          <a:prstGeom prst="arc">
            <a:avLst>
              <a:gd name="adj1" fmla="val 16200000"/>
              <a:gd name="adj2" fmla="val 14350074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0" name="원호 29">
            <a:extLst>
              <a:ext uri="{FF2B5EF4-FFF2-40B4-BE49-F238E27FC236}">
                <a16:creationId xmlns:a16="http://schemas.microsoft.com/office/drawing/2014/main" id="{3C75DA4D-1A79-E31B-0325-7993EF3033A9}"/>
              </a:ext>
            </a:extLst>
          </p:cNvPr>
          <p:cNvSpPr/>
          <p:nvPr/>
        </p:nvSpPr>
        <p:spPr bwMode="auto">
          <a:xfrm>
            <a:off x="5873750" y="2640177"/>
            <a:ext cx="217348" cy="217492"/>
          </a:xfrm>
          <a:prstGeom prst="arc">
            <a:avLst>
              <a:gd name="adj1" fmla="val 16200000"/>
              <a:gd name="adj2" fmla="val 1875176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1" name="원호 30">
            <a:extLst>
              <a:ext uri="{FF2B5EF4-FFF2-40B4-BE49-F238E27FC236}">
                <a16:creationId xmlns:a16="http://schemas.microsoft.com/office/drawing/2014/main" id="{670AAD23-1315-0C92-F904-B91B60267C2F}"/>
              </a:ext>
            </a:extLst>
          </p:cNvPr>
          <p:cNvSpPr/>
          <p:nvPr/>
        </p:nvSpPr>
        <p:spPr bwMode="auto">
          <a:xfrm>
            <a:off x="5867400" y="3374612"/>
            <a:ext cx="217348" cy="217492"/>
          </a:xfrm>
          <a:prstGeom prst="arc">
            <a:avLst>
              <a:gd name="adj1" fmla="val 16200000"/>
              <a:gd name="adj2" fmla="val 7278246"/>
            </a:avLst>
          </a:prstGeom>
          <a:noFill/>
          <a:ln w="444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4" name="원호 33">
            <a:extLst>
              <a:ext uri="{FF2B5EF4-FFF2-40B4-BE49-F238E27FC236}">
                <a16:creationId xmlns:a16="http://schemas.microsoft.com/office/drawing/2014/main" id="{1494A199-6C7C-8669-E763-E3505DFCFE4F}"/>
              </a:ext>
            </a:extLst>
          </p:cNvPr>
          <p:cNvSpPr/>
          <p:nvPr/>
        </p:nvSpPr>
        <p:spPr bwMode="auto">
          <a:xfrm>
            <a:off x="5867400" y="3806126"/>
            <a:ext cx="217348" cy="217492"/>
          </a:xfrm>
          <a:prstGeom prst="arc">
            <a:avLst>
              <a:gd name="adj1" fmla="val 16200000"/>
              <a:gd name="adj2" fmla="val 232409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7" name="원호 36">
            <a:extLst>
              <a:ext uri="{FF2B5EF4-FFF2-40B4-BE49-F238E27FC236}">
                <a16:creationId xmlns:a16="http://schemas.microsoft.com/office/drawing/2014/main" id="{64E7FDC0-65F7-34D3-FB5F-A7174CBAB3AF}"/>
              </a:ext>
            </a:extLst>
          </p:cNvPr>
          <p:cNvSpPr/>
          <p:nvPr/>
        </p:nvSpPr>
        <p:spPr bwMode="auto">
          <a:xfrm>
            <a:off x="5867400" y="4209953"/>
            <a:ext cx="217348" cy="217492"/>
          </a:xfrm>
          <a:prstGeom prst="arc">
            <a:avLst>
              <a:gd name="adj1" fmla="val 16200000"/>
              <a:gd name="adj2" fmla="val 13435047"/>
            </a:avLst>
          </a:prstGeom>
          <a:noFill/>
          <a:ln w="444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7FB78F-C56A-ACA2-EBB3-2A33F93E15F1}"/>
              </a:ext>
            </a:extLst>
          </p:cNvPr>
          <p:cNvSpPr txBox="1"/>
          <p:nvPr/>
        </p:nvSpPr>
        <p:spPr>
          <a:xfrm>
            <a:off x="330199" y="6338304"/>
            <a:ext cx="3420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총 사업비 </a:t>
            </a:r>
            <a:r>
              <a:rPr lang="en-US" altLang="ko-KR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2,956,400 </a:t>
            </a:r>
            <a:r>
              <a:rPr lang="ko-KR" altLang="en-US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endParaRPr lang="ko-KR" altLang="en-US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F1380B-36A5-33AB-1374-7C3D3B1435EB}"/>
              </a:ext>
            </a:extLst>
          </p:cNvPr>
          <p:cNvSpPr txBox="1"/>
          <p:nvPr/>
        </p:nvSpPr>
        <p:spPr>
          <a:xfrm>
            <a:off x="539750" y="5378096"/>
            <a:ext cx="872181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arenR"/>
            </a:pP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공정특강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8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시간 과정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준비시간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1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시간 추가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총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9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시간 분량 강의료 및 조교 활용비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-&gt;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강사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1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명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조교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2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명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(+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2,960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  <a:p>
            <a:pPr marL="342900" indent="-342900">
              <a:buFontTx/>
              <a:buAutoNum type="arabicParenR"/>
            </a:pP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원고료 한준규 교수님 기존계획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30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페이지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-&gt;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실제 제출 원고 총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24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페이지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(-180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  <a:p>
            <a:pPr marL="342900" indent="-342900">
              <a:buFontTx/>
              <a:buAutoNum type="arabicParenR"/>
            </a:pP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기존 설명회 개최비용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3,430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-&gt;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첨단융합학부 간담회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(600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+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유니위크 점심식사 지원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(597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= 1,197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(-2,233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</p:txBody>
      </p:sp>
      <p:sp>
        <p:nvSpPr>
          <p:cNvPr id="61" name="원호 60">
            <a:extLst>
              <a:ext uri="{FF2B5EF4-FFF2-40B4-BE49-F238E27FC236}">
                <a16:creationId xmlns:a16="http://schemas.microsoft.com/office/drawing/2014/main" id="{B46AAEE3-1B7A-6120-0268-A77C1E376D17}"/>
              </a:ext>
            </a:extLst>
          </p:cNvPr>
          <p:cNvSpPr/>
          <p:nvPr/>
        </p:nvSpPr>
        <p:spPr bwMode="auto">
          <a:xfrm>
            <a:off x="6840220" y="4650485"/>
            <a:ext cx="217348" cy="217492"/>
          </a:xfrm>
          <a:prstGeom prst="arc">
            <a:avLst>
              <a:gd name="adj1" fmla="val 16200000"/>
              <a:gd name="adj2" fmla="val 15554481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2" name="원호 61">
            <a:extLst>
              <a:ext uri="{FF2B5EF4-FFF2-40B4-BE49-F238E27FC236}">
                <a16:creationId xmlns:a16="http://schemas.microsoft.com/office/drawing/2014/main" id="{8FF497AA-9115-319C-2739-090FDCA98C78}"/>
              </a:ext>
            </a:extLst>
          </p:cNvPr>
          <p:cNvSpPr/>
          <p:nvPr/>
        </p:nvSpPr>
        <p:spPr bwMode="auto">
          <a:xfrm>
            <a:off x="5867400" y="4650485"/>
            <a:ext cx="217348" cy="217492"/>
          </a:xfrm>
          <a:prstGeom prst="arc">
            <a:avLst>
              <a:gd name="adj1" fmla="val 16200000"/>
              <a:gd name="adj2" fmla="val 2096110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6" name="원호 65">
            <a:extLst>
              <a:ext uri="{FF2B5EF4-FFF2-40B4-BE49-F238E27FC236}">
                <a16:creationId xmlns:a16="http://schemas.microsoft.com/office/drawing/2014/main" id="{24DA44AC-F59E-DE20-80EA-06F2997EC3A5}"/>
              </a:ext>
            </a:extLst>
          </p:cNvPr>
          <p:cNvSpPr/>
          <p:nvPr/>
        </p:nvSpPr>
        <p:spPr bwMode="auto">
          <a:xfrm>
            <a:off x="6840220" y="4650485"/>
            <a:ext cx="217348" cy="217492"/>
          </a:xfrm>
          <a:prstGeom prst="arc">
            <a:avLst>
              <a:gd name="adj1" fmla="val 16200000"/>
              <a:gd name="adj2" fmla="val 2096110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9" name="원호 68">
            <a:extLst>
              <a:ext uri="{FF2B5EF4-FFF2-40B4-BE49-F238E27FC236}">
                <a16:creationId xmlns:a16="http://schemas.microsoft.com/office/drawing/2014/main" id="{41EB08B6-E6C6-423E-A952-F018F149BDA1}"/>
              </a:ext>
            </a:extLst>
          </p:cNvPr>
          <p:cNvSpPr/>
          <p:nvPr/>
        </p:nvSpPr>
        <p:spPr bwMode="auto">
          <a:xfrm>
            <a:off x="6846570" y="3806126"/>
            <a:ext cx="217348" cy="217492"/>
          </a:xfrm>
          <a:prstGeom prst="arc">
            <a:avLst>
              <a:gd name="adj1" fmla="val 16200000"/>
              <a:gd name="adj2" fmla="val 232409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" name="원호 1">
            <a:extLst>
              <a:ext uri="{FF2B5EF4-FFF2-40B4-BE49-F238E27FC236}">
                <a16:creationId xmlns:a16="http://schemas.microsoft.com/office/drawing/2014/main" id="{6B1485D3-19D3-71B2-DBE7-92AABD5253D3}"/>
              </a:ext>
            </a:extLst>
          </p:cNvPr>
          <p:cNvSpPr/>
          <p:nvPr/>
        </p:nvSpPr>
        <p:spPr bwMode="auto">
          <a:xfrm>
            <a:off x="5873750" y="3374612"/>
            <a:ext cx="217348" cy="217492"/>
          </a:xfrm>
          <a:prstGeom prst="arc">
            <a:avLst>
              <a:gd name="adj1" fmla="val 16200000"/>
              <a:gd name="adj2" fmla="val 7383871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69BF5CAE-67B4-055A-85A2-F9D028406767}"/>
              </a:ext>
            </a:extLst>
          </p:cNvPr>
          <p:cNvSpPr/>
          <p:nvPr/>
        </p:nvSpPr>
        <p:spPr bwMode="auto">
          <a:xfrm>
            <a:off x="6840220" y="3374612"/>
            <a:ext cx="217348" cy="217492"/>
          </a:xfrm>
          <a:prstGeom prst="arc">
            <a:avLst>
              <a:gd name="adj1" fmla="val 16200000"/>
              <a:gd name="adj2" fmla="val 7383871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1" name="원호 10">
            <a:extLst>
              <a:ext uri="{FF2B5EF4-FFF2-40B4-BE49-F238E27FC236}">
                <a16:creationId xmlns:a16="http://schemas.microsoft.com/office/drawing/2014/main" id="{3054C2C8-FB23-9E9D-0243-CA321840D3F7}"/>
              </a:ext>
            </a:extLst>
          </p:cNvPr>
          <p:cNvSpPr/>
          <p:nvPr/>
        </p:nvSpPr>
        <p:spPr bwMode="auto">
          <a:xfrm>
            <a:off x="5867400" y="4207509"/>
            <a:ext cx="217348" cy="217492"/>
          </a:xfrm>
          <a:prstGeom prst="arc">
            <a:avLst>
              <a:gd name="adj1" fmla="val 16200000"/>
              <a:gd name="adj2" fmla="val 12411436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44" name="원호 43">
            <a:extLst>
              <a:ext uri="{FF2B5EF4-FFF2-40B4-BE49-F238E27FC236}">
                <a16:creationId xmlns:a16="http://schemas.microsoft.com/office/drawing/2014/main" id="{6FA0874D-6DBE-6138-B886-78EDEE6DC203}"/>
              </a:ext>
            </a:extLst>
          </p:cNvPr>
          <p:cNvSpPr/>
          <p:nvPr/>
        </p:nvSpPr>
        <p:spPr bwMode="auto">
          <a:xfrm>
            <a:off x="6840220" y="4209953"/>
            <a:ext cx="217348" cy="217492"/>
          </a:xfrm>
          <a:prstGeom prst="arc">
            <a:avLst>
              <a:gd name="adj1" fmla="val 16200000"/>
              <a:gd name="adj2" fmla="val 12411436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7899150"/>
      </p:ext>
    </p:extLst>
  </p:cSld>
  <p:clrMapOvr>
    <a:masterClrMapping/>
  </p:clrMapOvr>
</p:sld>
</file>

<file path=ppt/theme/theme1.xml><?xml version="1.0" encoding="utf-8"?>
<a:theme xmlns:a="http://schemas.openxmlformats.org/drawingml/2006/main" name="농악의 흥겨움">
  <a:themeElements>
    <a:clrScheme name="농악의 흥겨움 1">
      <a:dk1>
        <a:srgbClr val="292929"/>
      </a:dk1>
      <a:lt1>
        <a:srgbClr val="F8F8F8"/>
      </a:lt1>
      <a:dk2>
        <a:srgbClr val="7882AA"/>
      </a:dk2>
      <a:lt2>
        <a:srgbClr val="DDDDDD"/>
      </a:lt2>
      <a:accent1>
        <a:srgbClr val="8D92C3"/>
      </a:accent1>
      <a:accent2>
        <a:srgbClr val="D7ADD9"/>
      </a:accent2>
      <a:accent3>
        <a:srgbClr val="FBFBFB"/>
      </a:accent3>
      <a:accent4>
        <a:srgbClr val="212121"/>
      </a:accent4>
      <a:accent5>
        <a:srgbClr val="C5C7DE"/>
      </a:accent5>
      <a:accent6>
        <a:srgbClr val="C39CC4"/>
      </a:accent6>
      <a:hlink>
        <a:srgbClr val="A8BA74"/>
      </a:hlink>
      <a:folHlink>
        <a:srgbClr val="B2B2B2"/>
      </a:folHlink>
    </a:clrScheme>
    <a:fontScheme name="농악의 흥겨움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pitchFamily="50" charset="-127"/>
          </a:defRPr>
        </a:defPPr>
      </a:lstStyle>
    </a:lnDef>
  </a:objectDefaults>
  <a:extraClrSchemeLst>
    <a:extraClrScheme>
      <a:clrScheme name="농악의 흥겨움 1">
        <a:dk1>
          <a:srgbClr val="292929"/>
        </a:dk1>
        <a:lt1>
          <a:srgbClr val="F8F8F8"/>
        </a:lt1>
        <a:dk2>
          <a:srgbClr val="7882AA"/>
        </a:dk2>
        <a:lt2>
          <a:srgbClr val="DDDDDD"/>
        </a:lt2>
        <a:accent1>
          <a:srgbClr val="8D92C3"/>
        </a:accent1>
        <a:accent2>
          <a:srgbClr val="D7ADD9"/>
        </a:accent2>
        <a:accent3>
          <a:srgbClr val="FBFBFB"/>
        </a:accent3>
        <a:accent4>
          <a:srgbClr val="212121"/>
        </a:accent4>
        <a:accent5>
          <a:srgbClr val="C5C7DE"/>
        </a:accent5>
        <a:accent6>
          <a:srgbClr val="C39CC4"/>
        </a:accent6>
        <a:hlink>
          <a:srgbClr val="A8BA74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농악의 흥겨움 2">
        <a:dk1>
          <a:srgbClr val="333300"/>
        </a:dk1>
        <a:lt1>
          <a:srgbClr val="F7F1D5"/>
        </a:lt1>
        <a:dk2>
          <a:srgbClr val="996600"/>
        </a:dk2>
        <a:lt2>
          <a:srgbClr val="E1D4B1"/>
        </a:lt2>
        <a:accent1>
          <a:srgbClr val="CC9900"/>
        </a:accent1>
        <a:accent2>
          <a:srgbClr val="E2A86E"/>
        </a:accent2>
        <a:accent3>
          <a:srgbClr val="FAF7E7"/>
        </a:accent3>
        <a:accent4>
          <a:srgbClr val="2A2A00"/>
        </a:accent4>
        <a:accent5>
          <a:srgbClr val="E2CAAA"/>
        </a:accent5>
        <a:accent6>
          <a:srgbClr val="CD9863"/>
        </a:accent6>
        <a:hlink>
          <a:srgbClr val="999933"/>
        </a:hlink>
        <a:folHlink>
          <a:srgbClr val="C0C0A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농악의 흥겨움 3">
        <a:dk1>
          <a:srgbClr val="4C4F7C"/>
        </a:dk1>
        <a:lt1>
          <a:srgbClr val="FFFFFF"/>
        </a:lt1>
        <a:dk2>
          <a:srgbClr val="232443"/>
        </a:dk2>
        <a:lt2>
          <a:srgbClr val="C1CEE5"/>
        </a:lt2>
        <a:accent1>
          <a:srgbClr val="896E94"/>
        </a:accent1>
        <a:accent2>
          <a:srgbClr val="55A3AD"/>
        </a:accent2>
        <a:accent3>
          <a:srgbClr val="ACACB0"/>
        </a:accent3>
        <a:accent4>
          <a:srgbClr val="DADADA"/>
        </a:accent4>
        <a:accent5>
          <a:srgbClr val="C4BAC8"/>
        </a:accent5>
        <a:accent6>
          <a:srgbClr val="4C939C"/>
        </a:accent6>
        <a:hlink>
          <a:srgbClr val="7791C5"/>
        </a:hlink>
        <a:folHlink>
          <a:srgbClr val="7777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4">
        <a:dk1>
          <a:srgbClr val="92493A"/>
        </a:dk1>
        <a:lt1>
          <a:srgbClr val="F8F8F8"/>
        </a:lt1>
        <a:dk2>
          <a:srgbClr val="6C2A2A"/>
        </a:dk2>
        <a:lt2>
          <a:srgbClr val="F9E1D3"/>
        </a:lt2>
        <a:accent1>
          <a:srgbClr val="CE7D34"/>
        </a:accent1>
        <a:accent2>
          <a:srgbClr val="E1AD4F"/>
        </a:accent2>
        <a:accent3>
          <a:srgbClr val="BAACAC"/>
        </a:accent3>
        <a:accent4>
          <a:srgbClr val="D4D4D4"/>
        </a:accent4>
        <a:accent5>
          <a:srgbClr val="E3BFAE"/>
        </a:accent5>
        <a:accent6>
          <a:srgbClr val="CC9C47"/>
        </a:accent6>
        <a:hlink>
          <a:srgbClr val="ED9F6F"/>
        </a:hlink>
        <a:folHlink>
          <a:srgbClr val="DDDDDD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5">
        <a:dk1>
          <a:srgbClr val="5B7238"/>
        </a:dk1>
        <a:lt1>
          <a:srgbClr val="F8F8F8"/>
        </a:lt1>
        <a:dk2>
          <a:srgbClr val="504B30"/>
        </a:dk2>
        <a:lt2>
          <a:srgbClr val="FBF2D1"/>
        </a:lt2>
        <a:accent1>
          <a:srgbClr val="7F8543"/>
        </a:accent1>
        <a:accent2>
          <a:srgbClr val="D2C75E"/>
        </a:accent2>
        <a:accent3>
          <a:srgbClr val="B3B1AD"/>
        </a:accent3>
        <a:accent4>
          <a:srgbClr val="D4D4D4"/>
        </a:accent4>
        <a:accent5>
          <a:srgbClr val="C0C2B0"/>
        </a:accent5>
        <a:accent6>
          <a:srgbClr val="BEB454"/>
        </a:accent6>
        <a:hlink>
          <a:srgbClr val="C1A26B"/>
        </a:hlink>
        <a:folHlink>
          <a:srgbClr val="C0C0C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6">
        <a:dk1>
          <a:srgbClr val="000000"/>
        </a:dk1>
        <a:lt1>
          <a:srgbClr val="FFFFFF"/>
        </a:lt1>
        <a:dk2>
          <a:srgbClr val="5F5F5F"/>
        </a:dk2>
        <a:lt2>
          <a:srgbClr val="DDDDDD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3916</TotalTime>
  <Words>81</Words>
  <Application>Microsoft Office PowerPoint</Application>
  <PresentationFormat>A4 용지(210x297mm)</PresentationFormat>
  <Paragraphs>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굴림</vt:lpstr>
      <vt:lpstr>맑은 고딕</vt:lpstr>
      <vt:lpstr>함초롬돋움</vt:lpstr>
      <vt:lpstr>Arial</vt:lpstr>
      <vt:lpstr>Wingdings 2</vt:lpstr>
      <vt:lpstr>농악의 흥겨움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Random Telegraph Noise (RTN) in 10 nm-scale Bulk FinFETs on the Stability of SRAM Cells</dc:title>
  <dc:creator>최환히찬</dc:creator>
  <cp:lastModifiedBy>MYUNG JIN</cp:lastModifiedBy>
  <cp:revision>78</cp:revision>
  <cp:lastPrinted>2025-10-01T07:41:39Z</cp:lastPrinted>
  <dcterms:created xsi:type="dcterms:W3CDTF">2014-04-25T06:32:56Z</dcterms:created>
  <dcterms:modified xsi:type="dcterms:W3CDTF">2025-11-12T08:02:08Z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_SA">
    <vt:lpwstr>C:\Users\ADMINI~1\DOCUME~1\카카오~1\180308~2.PPT</vt:lpwstr>
  </property>
</Properties>
</file>
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301" r:id="rId3"/>
    <p:sldId id="306" r:id="rId4"/>
    <p:sldId id="296" r:id="rId5"/>
  </p:sldIdLst>
  <p:sldSz cx="24384000" cy="13716000"/>
  <p:notesSz cx="6858000" cy="9144000"/>
  <p:embeddedFontLst>
    <p:embeddedFont>
      <p:font typeface="Noto Sans KR" panose="020B0200000000000000" pitchFamily="50" charset="-127"/>
      <p:regular r:id="rId7"/>
      <p:bold r:id="rId8"/>
    </p:embeddedFont>
    <p:embeddedFont>
      <p:font typeface="함초롬돋움" panose="020B0604000101010101" pitchFamily="50" charset="-127"/>
      <p:regular r:id="rId9"/>
      <p:bold r:id="rId10"/>
    </p:embeddedFont>
    <p:embeddedFont>
      <p:font typeface="Cambria Math" panose="02040503050406030204" pitchFamily="18" charset="0"/>
      <p:regular r:id="rId11"/>
    </p:embeddedFont>
    <p:embeddedFont>
      <p:font typeface="Helvetica Neue" panose="020B0600000101010101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15360">
          <p15:clr>
            <a:srgbClr val="9AA0A6"/>
          </p15:clr>
        </p15:guide>
        <p15:guide id="2" orient="horz" pos="432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iAqxv8UWvADaWsvTMNCfKRyviT+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D3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103CC87-EB41-4D0D-B5A8-6C6F07A43394}">
  <a:tblStyle styleId="{F103CC87-EB41-4D0D-B5A8-6C6F07A43394}" styleName="Table_0"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 cmpd="sng">
              <a:solidFill>
                <a:srgbClr val="77777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77777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77777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77777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77777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777776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E3E5E8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 cmpd="sng">
              <a:solidFill>
                <a:srgbClr val="77777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77777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77777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77777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77777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DAD5BA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 cmpd="sng">
              <a:solidFill>
                <a:srgbClr val="77777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77777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77777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77777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777776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BFC0BF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3A98ABD-7533-48DF-B89B-D3A0AF07251A}" styleName="Table_1"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dashDot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dashDot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dashDot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EDEEEE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 cmpd="sng">
              <a:solidFill>
                <a:srgbClr val="6C6C6C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dashDot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dashDot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dashDot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6C6C6C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dashDot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6C6C6C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D6DCE0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190" autoAdjust="0"/>
  </p:normalViewPr>
  <p:slideViewPr>
    <p:cSldViewPr snapToGrid="0">
      <p:cViewPr>
        <p:scale>
          <a:sx n="75" d="100"/>
          <a:sy n="75" d="100"/>
        </p:scale>
        <p:origin x="654" y="96"/>
      </p:cViewPr>
      <p:guideLst>
        <p:guide pos="15360"/>
        <p:guide orient="horz" pos="43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50" Type="http://schemas.openxmlformats.org/officeDocument/2006/relationships/viewProps" Target="viewProps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49" Type="http://schemas.openxmlformats.org/officeDocument/2006/relationships/presProps" Target="presProps.xml"/><Relationship Id="rId10" Type="http://schemas.openxmlformats.org/officeDocument/2006/relationships/font" Target="fonts/font4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>
          <a:extLst>
            <a:ext uri="{FF2B5EF4-FFF2-40B4-BE49-F238E27FC236}">
              <a16:creationId xmlns:a16="http://schemas.microsoft.com/office/drawing/2014/main" id="{F71ADF6B-E3F8-7464-1B24-CA06B1401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5:notes">
            <a:extLst>
              <a:ext uri="{FF2B5EF4-FFF2-40B4-BE49-F238E27FC236}">
                <a16:creationId xmlns:a16="http://schemas.microsoft.com/office/drawing/2014/main" id="{7EA0CA3B-5E01-F611-FB6E-CBC795B830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5:notes">
            <a:extLst>
              <a:ext uri="{FF2B5EF4-FFF2-40B4-BE49-F238E27FC236}">
                <a16:creationId xmlns:a16="http://schemas.microsoft.com/office/drawing/2014/main" id="{1DB8765D-E007-5EA0-5485-81A727A996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2550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>
          <a:extLst>
            <a:ext uri="{FF2B5EF4-FFF2-40B4-BE49-F238E27FC236}">
              <a16:creationId xmlns:a16="http://schemas.microsoft.com/office/drawing/2014/main" id="{3D464D4C-D71A-B61C-6822-5B27C8EA0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5:notes">
            <a:extLst>
              <a:ext uri="{FF2B5EF4-FFF2-40B4-BE49-F238E27FC236}">
                <a16:creationId xmlns:a16="http://schemas.microsoft.com/office/drawing/2014/main" id="{362A2DBF-DF4B-A9CA-438F-9ADEBE74AA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5:notes">
            <a:extLst>
              <a:ext uri="{FF2B5EF4-FFF2-40B4-BE49-F238E27FC236}">
                <a16:creationId xmlns:a16="http://schemas.microsoft.com/office/drawing/2014/main" id="{8741A20B-AEDE-1B74-2FD4-3E4A223B6D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824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4EA89B9B-B2A7-90E8-C9F0-29D785CD8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:notes">
            <a:extLst>
              <a:ext uri="{FF2B5EF4-FFF2-40B4-BE49-F238E27FC236}">
                <a16:creationId xmlns:a16="http://schemas.microsoft.com/office/drawing/2014/main" id="{A4F9922A-448F-7965-D4C8-3BB5796D50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:notes">
            <a:extLst>
              <a:ext uri="{FF2B5EF4-FFF2-40B4-BE49-F238E27FC236}">
                <a16:creationId xmlns:a16="http://schemas.microsoft.com/office/drawing/2014/main" id="{206706BD-9E6B-3266-DE05-C1E40EE0B4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2070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ver 1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438401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1968500" y="8095000"/>
            <a:ext cx="8371800" cy="23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3700"/>
              <a:buFont typeface="Noto Sans KR"/>
              <a:buNone/>
              <a:defRPr sz="3700">
                <a:solidFill>
                  <a:srgbClr val="868787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marL="914400" lvl="1" indent="-2286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3700"/>
              <a:buFont typeface="Noto Sans KR"/>
              <a:buNone/>
              <a:defRPr sz="3700">
                <a:solidFill>
                  <a:srgbClr val="868787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marL="1371600" lvl="2" indent="-2286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3700"/>
              <a:buFont typeface="Noto Sans KR"/>
              <a:buNone/>
              <a:defRPr sz="3700">
                <a:solidFill>
                  <a:srgbClr val="868787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marL="1828800" lvl="3" indent="-2286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3700"/>
              <a:buFont typeface="Noto Sans KR"/>
              <a:buNone/>
              <a:defRPr sz="3700">
                <a:solidFill>
                  <a:srgbClr val="868787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marL="2286000" lvl="4" indent="-2286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3700"/>
              <a:buFont typeface="Noto Sans KR"/>
              <a:buNone/>
              <a:defRPr sz="3700">
                <a:solidFill>
                  <a:srgbClr val="868787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marL="2743200" lvl="5" indent="-2286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3700"/>
              <a:buFont typeface="Noto Sans KR"/>
              <a:buNone/>
              <a:defRPr sz="3700">
                <a:solidFill>
                  <a:srgbClr val="868787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marL="3200400" lvl="6" indent="-2286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3700"/>
              <a:buFont typeface="Noto Sans KR"/>
              <a:buNone/>
              <a:defRPr sz="3700">
                <a:solidFill>
                  <a:srgbClr val="868787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marL="3657600" lvl="7" indent="-2286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3700"/>
              <a:buFont typeface="Noto Sans KR"/>
              <a:buNone/>
              <a:defRPr sz="3700">
                <a:solidFill>
                  <a:srgbClr val="868787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marL="4114800" lvl="8" indent="-2286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3700"/>
              <a:buFont typeface="Noto Sans KR"/>
              <a:buNone/>
              <a:defRPr sz="3700">
                <a:solidFill>
                  <a:srgbClr val="868787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endParaRPr/>
          </a:p>
        </p:txBody>
      </p:sp>
      <p:sp>
        <p:nvSpPr>
          <p:cNvPr id="12" name="Google Shape;12;p24"/>
          <p:cNvSpPr txBox="1">
            <a:spLocks noGrp="1"/>
          </p:cNvSpPr>
          <p:nvPr>
            <p:ph type="title"/>
          </p:nvPr>
        </p:nvSpPr>
        <p:spPr>
          <a:xfrm>
            <a:off x="1968500" y="3236150"/>
            <a:ext cx="14612700" cy="43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9500"/>
              <a:buFont typeface="Noto Sans KR"/>
              <a:buNone/>
              <a:defRPr sz="9500">
                <a:solidFill>
                  <a:srgbClr val="043786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2100"/>
              <a:buFont typeface="Noto Sans KR"/>
              <a:buNone/>
              <a:defRPr sz="4300">
                <a:solidFill>
                  <a:srgbClr val="043786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lvl="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2100"/>
              <a:buFont typeface="Noto Sans KR"/>
              <a:buNone/>
              <a:defRPr sz="4300">
                <a:solidFill>
                  <a:srgbClr val="043786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lvl="3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2100"/>
              <a:buFont typeface="Noto Sans KR"/>
              <a:buNone/>
              <a:defRPr sz="4300">
                <a:solidFill>
                  <a:srgbClr val="043786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lvl="4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2100"/>
              <a:buFont typeface="Noto Sans KR"/>
              <a:buNone/>
              <a:defRPr sz="4300">
                <a:solidFill>
                  <a:srgbClr val="043786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lvl="5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2100"/>
              <a:buFont typeface="Noto Sans KR"/>
              <a:buNone/>
              <a:defRPr sz="4300">
                <a:solidFill>
                  <a:srgbClr val="043786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lvl="6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2100"/>
              <a:buFont typeface="Noto Sans KR"/>
              <a:buNone/>
              <a:defRPr sz="4300">
                <a:solidFill>
                  <a:srgbClr val="043786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lvl="7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2100"/>
              <a:buFont typeface="Noto Sans KR"/>
              <a:buNone/>
              <a:defRPr sz="4300">
                <a:solidFill>
                  <a:srgbClr val="043786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lvl="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2100"/>
              <a:buFont typeface="Noto Sans KR"/>
              <a:buNone/>
              <a:defRPr sz="4300">
                <a:solidFill>
                  <a:srgbClr val="043786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endParaRPr/>
          </a:p>
        </p:txBody>
      </p:sp>
      <p:sp>
        <p:nvSpPr>
          <p:cNvPr id="13" name="Google Shape;13;p24"/>
          <p:cNvSpPr txBox="1">
            <a:spLocks noGrp="1"/>
          </p:cNvSpPr>
          <p:nvPr>
            <p:ph type="body" idx="2"/>
          </p:nvPr>
        </p:nvSpPr>
        <p:spPr>
          <a:xfrm>
            <a:off x="1968500" y="2277000"/>
            <a:ext cx="12319800" cy="7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3200"/>
              <a:buFont typeface="Noto Sans KR"/>
              <a:buNone/>
              <a:defRPr sz="3200">
                <a:solidFill>
                  <a:srgbClr val="868787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3200"/>
              <a:buFont typeface="Noto Sans KR"/>
              <a:buNone/>
              <a:defRPr sz="3200">
                <a:solidFill>
                  <a:srgbClr val="868787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3200"/>
              <a:buFont typeface="Noto Sans KR"/>
              <a:buNone/>
              <a:defRPr sz="3200">
                <a:solidFill>
                  <a:srgbClr val="868787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3200"/>
              <a:buFont typeface="Noto Sans KR"/>
              <a:buNone/>
              <a:defRPr sz="3200">
                <a:solidFill>
                  <a:srgbClr val="868787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3200"/>
              <a:buFont typeface="Noto Sans KR"/>
              <a:buNone/>
              <a:defRPr sz="3200">
                <a:solidFill>
                  <a:srgbClr val="868787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marL="2743200" lvl="5" indent="-228600" algn="l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rgbClr val="868787"/>
              </a:buClr>
              <a:buSzPts val="3200"/>
              <a:buFont typeface="Noto Sans KR"/>
              <a:buNone/>
              <a:defRPr sz="3200">
                <a:solidFill>
                  <a:srgbClr val="868787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marL="3200400" lvl="6" indent="-228600" algn="l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rgbClr val="868787"/>
              </a:buClr>
              <a:buSzPts val="3200"/>
              <a:buFont typeface="Noto Sans KR"/>
              <a:buNone/>
              <a:defRPr sz="3200">
                <a:solidFill>
                  <a:srgbClr val="868787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marL="3657600" lvl="7" indent="-228600" algn="l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rgbClr val="868787"/>
              </a:buClr>
              <a:buSzPts val="3200"/>
              <a:buFont typeface="Noto Sans KR"/>
              <a:buNone/>
              <a:defRPr sz="3200">
                <a:solidFill>
                  <a:srgbClr val="868787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marL="4114800" lvl="8" indent="-228600" algn="l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rgbClr val="868787"/>
              </a:buClr>
              <a:buSzPts val="3200"/>
              <a:buFont typeface="Noto Sans KR"/>
              <a:buNone/>
              <a:defRPr sz="3200">
                <a:solidFill>
                  <a:srgbClr val="868787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endParaRPr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ndex 1 1">
  <p:cSld name="Index 1_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gbb01fd0d6c_3_7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300" y="25"/>
            <a:ext cx="24384000" cy="1371594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bb01fd0d6c_3_76"/>
          <p:cNvSpPr txBox="1">
            <a:spLocks noGrp="1"/>
          </p:cNvSpPr>
          <p:nvPr>
            <p:ph type="title"/>
          </p:nvPr>
        </p:nvSpPr>
        <p:spPr>
          <a:xfrm>
            <a:off x="4871825" y="3526050"/>
            <a:ext cx="6741000" cy="24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lvl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1pPr>
            <a:lvl2pPr lvl="1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2pPr>
            <a:lvl3pPr lvl="2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3pPr>
            <a:lvl4pPr lvl="3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4pPr>
            <a:lvl5pPr lvl="4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5pPr>
            <a:lvl6pPr lvl="5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6pPr>
            <a:lvl7pPr lvl="6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7pPr>
            <a:lvl8pPr lvl="7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8pPr>
            <a:lvl9pPr lvl="8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bb01fd0d6c_3_76"/>
          <p:cNvSpPr txBox="1">
            <a:spLocks noGrp="1"/>
          </p:cNvSpPr>
          <p:nvPr>
            <p:ph type="body" idx="1"/>
          </p:nvPr>
        </p:nvSpPr>
        <p:spPr>
          <a:xfrm>
            <a:off x="5594371" y="667559"/>
            <a:ext cx="145140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1800"/>
              <a:buNone/>
              <a:defRPr>
                <a:solidFill>
                  <a:srgbClr val="868787"/>
                </a:solidFill>
              </a:defRPr>
            </a:lvl1pPr>
            <a:lvl2pPr marL="914400" lvl="1" indent="-228600" algn="l" rtl="0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rgbClr val="868787"/>
              </a:buClr>
              <a:buSzPts val="1800"/>
              <a:buNone/>
              <a:defRPr>
                <a:solidFill>
                  <a:srgbClr val="868787"/>
                </a:solidFill>
              </a:defRPr>
            </a:lvl2pPr>
            <a:lvl3pPr marL="1371600" lvl="2" indent="-228600" algn="l" rtl="0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rgbClr val="868787"/>
              </a:buClr>
              <a:buSzPts val="1800"/>
              <a:buNone/>
              <a:defRPr>
                <a:solidFill>
                  <a:srgbClr val="868787"/>
                </a:solidFill>
              </a:defRPr>
            </a:lvl3pPr>
            <a:lvl4pPr marL="1828800" lvl="3" indent="-228600" algn="l" rtl="0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rgbClr val="868787"/>
              </a:buClr>
              <a:buSzPts val="1800"/>
              <a:buNone/>
              <a:defRPr>
                <a:solidFill>
                  <a:srgbClr val="868787"/>
                </a:solidFill>
              </a:defRPr>
            </a:lvl4pPr>
            <a:lvl5pPr marL="2286000" lvl="4" indent="-228600" algn="l" rtl="0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rgbClr val="868787"/>
              </a:buClr>
              <a:buSzPts val="1800"/>
              <a:buNone/>
              <a:defRPr>
                <a:solidFill>
                  <a:srgbClr val="868787"/>
                </a:solidFill>
              </a:defRPr>
            </a:lvl5pPr>
            <a:lvl6pPr marL="2743200" lvl="5" indent="-228600" algn="l" rtl="0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rgbClr val="868787"/>
              </a:buClr>
              <a:buSzPts val="1800"/>
              <a:buNone/>
              <a:defRPr>
                <a:solidFill>
                  <a:srgbClr val="868787"/>
                </a:solidFill>
              </a:defRPr>
            </a:lvl6pPr>
            <a:lvl7pPr marL="3200400" lvl="6" indent="-228600" algn="l" rtl="0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rgbClr val="868787"/>
              </a:buClr>
              <a:buSzPts val="1800"/>
              <a:buNone/>
              <a:defRPr>
                <a:solidFill>
                  <a:srgbClr val="868787"/>
                </a:solidFill>
              </a:defRPr>
            </a:lvl7pPr>
            <a:lvl8pPr marL="3657600" lvl="7" indent="-228600" algn="l" rtl="0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rgbClr val="868787"/>
              </a:buClr>
              <a:buSzPts val="1800"/>
              <a:buNone/>
              <a:defRPr>
                <a:solidFill>
                  <a:srgbClr val="868787"/>
                </a:solidFill>
              </a:defRPr>
            </a:lvl8pPr>
            <a:lvl9pPr marL="4114800" lvl="8" indent="-228600" algn="l" rtl="0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rgbClr val="868787"/>
              </a:buClr>
              <a:buSzPts val="1800"/>
              <a:buNone/>
              <a:defRPr>
                <a:solidFill>
                  <a:srgbClr val="868787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gbb01fd0d6c_3_76"/>
          <p:cNvSpPr txBox="1">
            <a:spLocks noGrp="1"/>
          </p:cNvSpPr>
          <p:nvPr>
            <p:ph type="body" idx="2"/>
          </p:nvPr>
        </p:nvSpPr>
        <p:spPr>
          <a:xfrm>
            <a:off x="12192000" y="3535525"/>
            <a:ext cx="10264800" cy="24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457200" lvl="0" indent="-228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Font typeface="Arial"/>
              <a:buNone/>
              <a:defRPr sz="2600">
                <a:solidFill>
                  <a:srgbClr val="868787"/>
                </a:solidFill>
              </a:defRPr>
            </a:lvl1pPr>
            <a:lvl2pPr marL="914400" lvl="1" indent="-228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Font typeface="Arial"/>
              <a:buNone/>
              <a:defRPr sz="2600">
                <a:solidFill>
                  <a:srgbClr val="868787"/>
                </a:solidFill>
              </a:defRPr>
            </a:lvl2pPr>
            <a:lvl3pPr marL="1371600" lvl="2" indent="-228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Font typeface="Arial"/>
              <a:buNone/>
              <a:defRPr sz="2600">
                <a:solidFill>
                  <a:srgbClr val="868787"/>
                </a:solidFill>
              </a:defRPr>
            </a:lvl3pPr>
            <a:lvl4pPr marL="1828800" lvl="3" indent="-228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Font typeface="Arial"/>
              <a:buNone/>
              <a:defRPr sz="2600">
                <a:solidFill>
                  <a:srgbClr val="868787"/>
                </a:solidFill>
              </a:defRPr>
            </a:lvl4pPr>
            <a:lvl5pPr marL="2286000" lvl="4" indent="-228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Font typeface="Arial"/>
              <a:buNone/>
              <a:defRPr sz="2600">
                <a:solidFill>
                  <a:srgbClr val="868787"/>
                </a:solidFill>
              </a:defRPr>
            </a:lvl5pPr>
            <a:lvl6pPr marL="2743200" lvl="5" indent="-228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None/>
              <a:defRPr sz="2600">
                <a:solidFill>
                  <a:srgbClr val="868787"/>
                </a:solidFill>
              </a:defRPr>
            </a:lvl6pPr>
            <a:lvl7pPr marL="3200400" lvl="6" indent="-228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None/>
              <a:defRPr sz="2600">
                <a:solidFill>
                  <a:srgbClr val="868787"/>
                </a:solidFill>
              </a:defRPr>
            </a:lvl7pPr>
            <a:lvl8pPr marL="3657600" lvl="7" indent="-228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None/>
              <a:defRPr sz="2600">
                <a:solidFill>
                  <a:srgbClr val="868787"/>
                </a:solidFill>
              </a:defRPr>
            </a:lvl8pPr>
            <a:lvl9pPr marL="4114800" lvl="8" indent="-228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None/>
              <a:defRPr sz="2600">
                <a:solidFill>
                  <a:srgbClr val="868787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gbb01fd0d6c_3_76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gbb01fd0d6c_3_76"/>
          <p:cNvSpPr txBox="1">
            <a:spLocks noGrp="1"/>
          </p:cNvSpPr>
          <p:nvPr>
            <p:ph type="title" idx="3"/>
          </p:nvPr>
        </p:nvSpPr>
        <p:spPr>
          <a:xfrm>
            <a:off x="4871825" y="6583350"/>
            <a:ext cx="6741000" cy="24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lvl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1pPr>
            <a:lvl2pPr lvl="1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2pPr>
            <a:lvl3pPr lvl="2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3pPr>
            <a:lvl4pPr lvl="3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4pPr>
            <a:lvl5pPr lvl="4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5pPr>
            <a:lvl6pPr lvl="5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6pPr>
            <a:lvl7pPr lvl="6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7pPr>
            <a:lvl8pPr lvl="7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8pPr>
            <a:lvl9pPr lvl="8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gbb01fd0d6c_3_76"/>
          <p:cNvSpPr txBox="1">
            <a:spLocks noGrp="1"/>
          </p:cNvSpPr>
          <p:nvPr>
            <p:ph type="body" idx="4"/>
          </p:nvPr>
        </p:nvSpPr>
        <p:spPr>
          <a:xfrm>
            <a:off x="12192000" y="6592825"/>
            <a:ext cx="10264800" cy="24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457200" lvl="0" indent="-228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Font typeface="Arial"/>
              <a:buNone/>
              <a:defRPr sz="2600">
                <a:solidFill>
                  <a:srgbClr val="868787"/>
                </a:solidFill>
              </a:defRPr>
            </a:lvl1pPr>
            <a:lvl2pPr marL="914400" lvl="1" indent="-228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Font typeface="Arial"/>
              <a:buNone/>
              <a:defRPr sz="2600">
                <a:solidFill>
                  <a:srgbClr val="868787"/>
                </a:solidFill>
              </a:defRPr>
            </a:lvl2pPr>
            <a:lvl3pPr marL="1371600" lvl="2" indent="-228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Font typeface="Arial"/>
              <a:buNone/>
              <a:defRPr sz="2600">
                <a:solidFill>
                  <a:srgbClr val="868787"/>
                </a:solidFill>
              </a:defRPr>
            </a:lvl3pPr>
            <a:lvl4pPr marL="1828800" lvl="3" indent="-228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Font typeface="Arial"/>
              <a:buNone/>
              <a:defRPr sz="2600">
                <a:solidFill>
                  <a:srgbClr val="868787"/>
                </a:solidFill>
              </a:defRPr>
            </a:lvl4pPr>
            <a:lvl5pPr marL="2286000" lvl="4" indent="-228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Font typeface="Arial"/>
              <a:buNone/>
              <a:defRPr sz="2600">
                <a:solidFill>
                  <a:srgbClr val="868787"/>
                </a:solidFill>
              </a:defRPr>
            </a:lvl5pPr>
            <a:lvl6pPr marL="2743200" lvl="5" indent="-228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None/>
              <a:defRPr sz="2600">
                <a:solidFill>
                  <a:srgbClr val="868787"/>
                </a:solidFill>
              </a:defRPr>
            </a:lvl6pPr>
            <a:lvl7pPr marL="3200400" lvl="6" indent="-228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None/>
              <a:defRPr sz="2600">
                <a:solidFill>
                  <a:srgbClr val="868787"/>
                </a:solidFill>
              </a:defRPr>
            </a:lvl7pPr>
            <a:lvl8pPr marL="3657600" lvl="7" indent="-228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None/>
              <a:defRPr sz="2600">
                <a:solidFill>
                  <a:srgbClr val="868787"/>
                </a:solidFill>
              </a:defRPr>
            </a:lvl8pPr>
            <a:lvl9pPr marL="4114800" lvl="8" indent="-228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None/>
              <a:defRPr sz="2600">
                <a:solidFill>
                  <a:srgbClr val="868787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gbb01fd0d6c_3_76"/>
          <p:cNvSpPr txBox="1">
            <a:spLocks noGrp="1"/>
          </p:cNvSpPr>
          <p:nvPr>
            <p:ph type="title" idx="5"/>
          </p:nvPr>
        </p:nvSpPr>
        <p:spPr>
          <a:xfrm>
            <a:off x="4871825" y="9640650"/>
            <a:ext cx="6741000" cy="24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lvl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1pPr>
            <a:lvl2pPr lvl="1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2pPr>
            <a:lvl3pPr lvl="2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3pPr>
            <a:lvl4pPr lvl="3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4pPr>
            <a:lvl5pPr lvl="4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5pPr>
            <a:lvl6pPr lvl="5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6pPr>
            <a:lvl7pPr lvl="6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7pPr>
            <a:lvl8pPr lvl="7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8pPr>
            <a:lvl9pPr lvl="8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gbb01fd0d6c_3_76"/>
          <p:cNvSpPr txBox="1">
            <a:spLocks noGrp="1"/>
          </p:cNvSpPr>
          <p:nvPr>
            <p:ph type="body" idx="6"/>
          </p:nvPr>
        </p:nvSpPr>
        <p:spPr>
          <a:xfrm>
            <a:off x="12192000" y="9650125"/>
            <a:ext cx="10264800" cy="24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457200" lvl="0" indent="-228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Font typeface="Arial"/>
              <a:buNone/>
              <a:defRPr sz="2600">
                <a:solidFill>
                  <a:srgbClr val="868787"/>
                </a:solidFill>
              </a:defRPr>
            </a:lvl1pPr>
            <a:lvl2pPr marL="914400" lvl="1" indent="-228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Font typeface="Arial"/>
              <a:buNone/>
              <a:defRPr sz="2600">
                <a:solidFill>
                  <a:srgbClr val="868787"/>
                </a:solidFill>
              </a:defRPr>
            </a:lvl2pPr>
            <a:lvl3pPr marL="1371600" lvl="2" indent="-228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Font typeface="Arial"/>
              <a:buNone/>
              <a:defRPr sz="2600">
                <a:solidFill>
                  <a:srgbClr val="868787"/>
                </a:solidFill>
              </a:defRPr>
            </a:lvl3pPr>
            <a:lvl4pPr marL="1828800" lvl="3" indent="-228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Font typeface="Arial"/>
              <a:buNone/>
              <a:defRPr sz="2600">
                <a:solidFill>
                  <a:srgbClr val="868787"/>
                </a:solidFill>
              </a:defRPr>
            </a:lvl4pPr>
            <a:lvl5pPr marL="2286000" lvl="4" indent="-228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Font typeface="Arial"/>
              <a:buNone/>
              <a:defRPr sz="2600">
                <a:solidFill>
                  <a:srgbClr val="868787"/>
                </a:solidFill>
              </a:defRPr>
            </a:lvl5pPr>
            <a:lvl6pPr marL="2743200" lvl="5" indent="-228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None/>
              <a:defRPr sz="2600">
                <a:solidFill>
                  <a:srgbClr val="868787"/>
                </a:solidFill>
              </a:defRPr>
            </a:lvl6pPr>
            <a:lvl7pPr marL="3200400" lvl="6" indent="-228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None/>
              <a:defRPr sz="2600">
                <a:solidFill>
                  <a:srgbClr val="868787"/>
                </a:solidFill>
              </a:defRPr>
            </a:lvl7pPr>
            <a:lvl8pPr marL="3657600" lvl="7" indent="-228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None/>
              <a:defRPr sz="2600">
                <a:solidFill>
                  <a:srgbClr val="868787"/>
                </a:solidFill>
              </a:defRPr>
            </a:lvl8pPr>
            <a:lvl9pPr marL="4114800" lvl="8" indent="-228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None/>
              <a:defRPr sz="2600">
                <a:solidFill>
                  <a:srgbClr val="868787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ullets &amp; Photo">
  <p:cSld name="Title, Bullets &amp; Photo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-4"/>
            <a:ext cx="24384000" cy="1371601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6"/>
          <p:cNvSpPr txBox="1">
            <a:spLocks noGrp="1"/>
          </p:cNvSpPr>
          <p:nvPr>
            <p:ph type="body" idx="1"/>
          </p:nvPr>
        </p:nvSpPr>
        <p:spPr>
          <a:xfrm>
            <a:off x="1968500" y="1725262"/>
            <a:ext cx="7221429" cy="93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2800"/>
              <a:buFont typeface="Noto Sans KR"/>
              <a:buNone/>
              <a:defRPr>
                <a:solidFill>
                  <a:srgbClr val="D5D5D5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marL="914400" lvl="1" indent="-22860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2000"/>
              <a:buFont typeface="Noto Sans KR"/>
              <a:buNone/>
              <a:defRPr sz="2600">
                <a:solidFill>
                  <a:srgbClr val="D5D5D5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1800"/>
              <a:buFont typeface="Noto Sans KR"/>
              <a:buNone/>
              <a:defRPr>
                <a:solidFill>
                  <a:srgbClr val="D5D5D5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1800"/>
              <a:buFont typeface="Noto Sans KR"/>
              <a:buNone/>
              <a:defRPr>
                <a:solidFill>
                  <a:srgbClr val="D5D5D5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1800"/>
              <a:buFont typeface="Noto Sans KR"/>
              <a:buNone/>
              <a:defRPr>
                <a:solidFill>
                  <a:srgbClr val="D5D5D5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marL="2743200" lvl="5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1800"/>
              <a:buFont typeface="Noto Sans KR"/>
              <a:buNone/>
              <a:defRPr>
                <a:solidFill>
                  <a:srgbClr val="D5D5D5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marL="3200400" lvl="6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1800"/>
              <a:buFont typeface="Noto Sans KR"/>
              <a:buNone/>
              <a:defRPr>
                <a:solidFill>
                  <a:srgbClr val="D5D5D5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marL="3657600" lvl="7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1800"/>
              <a:buFont typeface="Noto Sans KR"/>
              <a:buNone/>
              <a:defRPr>
                <a:solidFill>
                  <a:srgbClr val="D5D5D5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marL="4114800" lvl="8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1800"/>
              <a:buFont typeface="Noto Sans KR"/>
              <a:buNone/>
              <a:defRPr>
                <a:solidFill>
                  <a:srgbClr val="D5D5D5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endParaRPr/>
          </a:p>
        </p:txBody>
      </p:sp>
      <p:sp>
        <p:nvSpPr>
          <p:cNvPr id="108" name="Google Shape;108;p36"/>
          <p:cNvSpPr txBox="1">
            <a:spLocks noGrp="1"/>
          </p:cNvSpPr>
          <p:nvPr>
            <p:ph type="body" idx="2"/>
          </p:nvPr>
        </p:nvSpPr>
        <p:spPr>
          <a:xfrm>
            <a:off x="1968500" y="5012900"/>
            <a:ext cx="8760600" cy="70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9370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Char char="•"/>
              <a:defRPr sz="2600">
                <a:solidFill>
                  <a:srgbClr val="868787"/>
                </a:solidFill>
              </a:defRPr>
            </a:lvl1pPr>
            <a:lvl2pPr marL="914400" lvl="1" indent="-39370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Char char="•"/>
              <a:defRPr sz="2600">
                <a:solidFill>
                  <a:srgbClr val="868787"/>
                </a:solidFill>
              </a:defRPr>
            </a:lvl2pPr>
            <a:lvl3pPr marL="1371600" lvl="2" indent="-39370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Char char="•"/>
              <a:defRPr sz="2600">
                <a:solidFill>
                  <a:srgbClr val="868787"/>
                </a:solidFill>
              </a:defRPr>
            </a:lvl3pPr>
            <a:lvl4pPr marL="1828800" lvl="3" indent="-39370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Char char="•"/>
              <a:defRPr sz="2600">
                <a:solidFill>
                  <a:srgbClr val="868787"/>
                </a:solidFill>
              </a:defRPr>
            </a:lvl4pPr>
            <a:lvl5pPr marL="2286000" lvl="4" indent="-39370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Char char="•"/>
              <a:defRPr sz="2600">
                <a:solidFill>
                  <a:srgbClr val="868787"/>
                </a:solidFill>
              </a:defRPr>
            </a:lvl5pPr>
            <a:lvl6pPr marL="2743200" lvl="5" indent="-22860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None/>
              <a:defRPr sz="2600">
                <a:solidFill>
                  <a:srgbClr val="868787"/>
                </a:solidFill>
              </a:defRPr>
            </a:lvl6pPr>
            <a:lvl7pPr marL="3200400" lvl="6" indent="-22860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None/>
              <a:defRPr sz="2600">
                <a:solidFill>
                  <a:srgbClr val="868787"/>
                </a:solidFill>
              </a:defRPr>
            </a:lvl7pPr>
            <a:lvl8pPr marL="3657600" lvl="7" indent="-22860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None/>
              <a:defRPr sz="2600">
                <a:solidFill>
                  <a:srgbClr val="868787"/>
                </a:solidFill>
              </a:defRPr>
            </a:lvl8pPr>
            <a:lvl9pPr marL="4114800" lvl="8" indent="-22860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68787"/>
              </a:buClr>
              <a:buSzPts val="2600"/>
              <a:buNone/>
              <a:defRPr sz="2600">
                <a:solidFill>
                  <a:srgbClr val="868787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36"/>
          <p:cNvSpPr txBox="1">
            <a:spLocks noGrp="1"/>
          </p:cNvSpPr>
          <p:nvPr>
            <p:ph type="title"/>
          </p:nvPr>
        </p:nvSpPr>
        <p:spPr>
          <a:xfrm>
            <a:off x="1968500" y="2758300"/>
            <a:ext cx="7221300" cy="20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1pPr>
            <a:lvl2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2pPr>
            <a:lvl3pPr lvl="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3pPr>
            <a:lvl4pPr lvl="3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4pPr>
            <a:lvl5pPr lvl="4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5pPr>
            <a:lvl6pPr lvl="5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6pPr>
            <a:lvl7pPr lvl="6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7pPr>
            <a:lvl8pPr lvl="7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8pPr>
            <a:lvl9pPr lvl="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3786"/>
              </a:buClr>
              <a:buSzPts val="4300"/>
              <a:buNone/>
              <a:defRPr sz="4300">
                <a:solidFill>
                  <a:srgbClr val="043786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36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36"/>
          <p:cNvSpPr txBox="1">
            <a:spLocks noGrp="1"/>
          </p:cNvSpPr>
          <p:nvPr>
            <p:ph type="body" idx="3"/>
          </p:nvPr>
        </p:nvSpPr>
        <p:spPr>
          <a:xfrm>
            <a:off x="624950" y="179525"/>
            <a:ext cx="90984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3D3D4"/>
              </a:buClr>
              <a:buSzPts val="2500"/>
              <a:buFont typeface="Noto Sans KR"/>
              <a:buNone/>
              <a:defRPr sz="2100">
                <a:solidFill>
                  <a:srgbClr val="D3D3D4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marL="914400" lvl="1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3D3D4"/>
              </a:buClr>
              <a:buSzPts val="1500"/>
              <a:buFont typeface="Noto Sans KR"/>
              <a:buNone/>
              <a:defRPr sz="2100">
                <a:solidFill>
                  <a:srgbClr val="D3D3D4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marL="1371600" lvl="2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3D3D4"/>
              </a:buClr>
              <a:buSzPts val="1500"/>
              <a:buFont typeface="Noto Sans KR"/>
              <a:buNone/>
              <a:defRPr sz="2100">
                <a:solidFill>
                  <a:srgbClr val="D3D3D4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marL="1828800" lvl="3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3D3D4"/>
              </a:buClr>
              <a:buSzPts val="1500"/>
              <a:buFont typeface="Noto Sans KR"/>
              <a:buNone/>
              <a:defRPr sz="2100">
                <a:solidFill>
                  <a:srgbClr val="D3D3D4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marL="2286000" lvl="4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3D3D4"/>
              </a:buClr>
              <a:buSzPts val="1500"/>
              <a:buFont typeface="Noto Sans KR"/>
              <a:buNone/>
              <a:defRPr sz="2100">
                <a:solidFill>
                  <a:srgbClr val="D3D3D4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marL="2743200" lvl="5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3D3D4"/>
              </a:buClr>
              <a:buSzPts val="1500"/>
              <a:buFont typeface="Noto Sans KR"/>
              <a:buNone/>
              <a:defRPr sz="2100">
                <a:solidFill>
                  <a:srgbClr val="D3D3D4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marL="3200400" lvl="6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3D3D4"/>
              </a:buClr>
              <a:buSzPts val="1500"/>
              <a:buFont typeface="Noto Sans KR"/>
              <a:buNone/>
              <a:defRPr sz="2100">
                <a:solidFill>
                  <a:srgbClr val="D3D3D4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marL="3657600" lvl="7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3D3D4"/>
              </a:buClr>
              <a:buSzPts val="1500"/>
              <a:buFont typeface="Noto Sans KR"/>
              <a:buNone/>
              <a:defRPr sz="2100">
                <a:solidFill>
                  <a:srgbClr val="D3D3D4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marL="4114800" lvl="8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3D3D4"/>
              </a:buClr>
              <a:buSzPts val="1500"/>
              <a:buFont typeface="Noto Sans KR"/>
              <a:buNone/>
              <a:defRPr sz="2100">
                <a:solidFill>
                  <a:srgbClr val="D3D3D4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endParaRPr/>
          </a:p>
        </p:txBody>
      </p:sp>
      <p:sp>
        <p:nvSpPr>
          <p:cNvPr id="112" name="Google Shape;112;p36"/>
          <p:cNvSpPr txBox="1">
            <a:spLocks noGrp="1"/>
          </p:cNvSpPr>
          <p:nvPr>
            <p:ph type="body" idx="4"/>
          </p:nvPr>
        </p:nvSpPr>
        <p:spPr>
          <a:xfrm>
            <a:off x="10402800" y="179525"/>
            <a:ext cx="134178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3D3D4"/>
              </a:buClr>
              <a:buSzPts val="2500"/>
              <a:buFont typeface="Noto Sans KR"/>
              <a:buNone/>
              <a:defRPr sz="2100">
                <a:solidFill>
                  <a:srgbClr val="D3D3D4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marL="914400" lvl="1" indent="-22860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3D3D4"/>
              </a:buClr>
              <a:buSzPts val="1500"/>
              <a:buFont typeface="Noto Sans KR"/>
              <a:buNone/>
              <a:defRPr sz="2100">
                <a:solidFill>
                  <a:srgbClr val="D3D3D4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marL="1371600" lvl="2" indent="-22860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3D3D4"/>
              </a:buClr>
              <a:buSzPts val="1500"/>
              <a:buFont typeface="Noto Sans KR"/>
              <a:buNone/>
              <a:defRPr sz="2100">
                <a:solidFill>
                  <a:srgbClr val="D3D3D4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marL="1828800" lvl="3" indent="-22860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3D3D4"/>
              </a:buClr>
              <a:buSzPts val="1500"/>
              <a:buFont typeface="Noto Sans KR"/>
              <a:buNone/>
              <a:defRPr sz="2100">
                <a:solidFill>
                  <a:srgbClr val="D3D3D4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marL="2286000" lvl="4" indent="-22860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3D3D4"/>
              </a:buClr>
              <a:buSzPts val="1500"/>
              <a:buFont typeface="Noto Sans KR"/>
              <a:buNone/>
              <a:defRPr sz="2100">
                <a:solidFill>
                  <a:srgbClr val="D3D3D4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marL="2743200" lvl="5" indent="-22860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3D3D4"/>
              </a:buClr>
              <a:buSzPts val="1500"/>
              <a:buFont typeface="Noto Sans KR"/>
              <a:buNone/>
              <a:defRPr sz="2100">
                <a:solidFill>
                  <a:srgbClr val="D3D3D4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marL="3200400" lvl="6" indent="-22860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3D3D4"/>
              </a:buClr>
              <a:buSzPts val="1500"/>
              <a:buFont typeface="Noto Sans KR"/>
              <a:buNone/>
              <a:defRPr sz="2100">
                <a:solidFill>
                  <a:srgbClr val="D3D3D4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marL="3657600" lvl="7" indent="-22860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3D3D4"/>
              </a:buClr>
              <a:buSzPts val="1500"/>
              <a:buFont typeface="Noto Sans KR"/>
              <a:buNone/>
              <a:defRPr sz="2100">
                <a:solidFill>
                  <a:srgbClr val="D3D3D4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marL="4114800" lvl="8" indent="-22860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3D3D4"/>
              </a:buClr>
              <a:buSzPts val="1500"/>
              <a:buFont typeface="Noto Sans KR"/>
              <a:buNone/>
              <a:defRPr sz="2100">
                <a:solidFill>
                  <a:srgbClr val="D3D3D4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3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>
            <a:spLocks noGrp="1"/>
          </p:cNvSpPr>
          <p:nvPr>
            <p:ph type="body" idx="1"/>
          </p:nvPr>
        </p:nvSpPr>
        <p:spPr>
          <a:xfrm>
            <a:off x="1968500" y="4104250"/>
            <a:ext cx="204882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marR="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77776"/>
              </a:buClr>
              <a:buSzPts val="2400"/>
              <a:buFont typeface="Noto Sans KR"/>
              <a:buNone/>
              <a:defRPr sz="2400" i="0" u="none" strike="noStrike" cap="none">
                <a:solidFill>
                  <a:srgbClr val="777776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marL="914400" marR="0" lvl="1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77776"/>
              </a:buClr>
              <a:buSzPts val="2400"/>
              <a:buFont typeface="Noto Sans KR"/>
              <a:buNone/>
              <a:defRPr sz="2400" i="0" u="none" strike="noStrike" cap="none">
                <a:solidFill>
                  <a:srgbClr val="777776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marL="1371600" marR="0" lvl="2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77776"/>
              </a:buClr>
              <a:buSzPts val="2400"/>
              <a:buFont typeface="Noto Sans KR"/>
              <a:buNone/>
              <a:defRPr sz="2400" i="0" u="none" strike="noStrike" cap="none">
                <a:solidFill>
                  <a:srgbClr val="777776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marL="1828800" marR="0" lvl="3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77776"/>
              </a:buClr>
              <a:buSzPts val="2400"/>
              <a:buFont typeface="Noto Sans KR"/>
              <a:buNone/>
              <a:defRPr sz="2400" i="0" u="none" strike="noStrike" cap="none">
                <a:solidFill>
                  <a:srgbClr val="777776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marL="2286000" marR="0" lvl="4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77776"/>
              </a:buClr>
              <a:buSzPts val="2400"/>
              <a:buFont typeface="Noto Sans KR"/>
              <a:buNone/>
              <a:defRPr sz="2400" i="0" u="none" strike="noStrike" cap="none">
                <a:solidFill>
                  <a:srgbClr val="777776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marL="2743200" marR="0" lvl="5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77776"/>
              </a:buClr>
              <a:buSzPts val="2400"/>
              <a:buFont typeface="Noto Sans KR"/>
              <a:buNone/>
              <a:defRPr sz="2400" i="0" u="none" strike="noStrike" cap="none">
                <a:solidFill>
                  <a:srgbClr val="777776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marL="3200400" marR="0" lvl="6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77776"/>
              </a:buClr>
              <a:buSzPts val="2400"/>
              <a:buFont typeface="Noto Sans KR"/>
              <a:buNone/>
              <a:defRPr sz="2400" i="0" u="none" strike="noStrike" cap="none">
                <a:solidFill>
                  <a:srgbClr val="777776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marL="3657600" marR="0" lvl="7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77776"/>
              </a:buClr>
              <a:buSzPts val="2400"/>
              <a:buFont typeface="Noto Sans KR"/>
              <a:buNone/>
              <a:defRPr sz="2400" i="0" u="none" strike="noStrike" cap="none">
                <a:solidFill>
                  <a:srgbClr val="777776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marL="4114800" marR="0" lvl="8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77776"/>
              </a:buClr>
              <a:buSzPts val="2400"/>
              <a:buFont typeface="Noto Sans KR"/>
              <a:buNone/>
              <a:defRPr sz="2400" i="0" u="none" strike="noStrike" cap="none">
                <a:solidFill>
                  <a:srgbClr val="777776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endParaRPr/>
          </a:p>
        </p:txBody>
      </p:sp>
      <p:sp>
        <p:nvSpPr>
          <p:cNvPr id="7" name="Google Shape;7;p23"/>
          <p:cNvSpPr txBox="1">
            <a:spLocks noGrp="1"/>
          </p:cNvSpPr>
          <p:nvPr>
            <p:ph type="title"/>
          </p:nvPr>
        </p:nvSpPr>
        <p:spPr>
          <a:xfrm>
            <a:off x="1968500" y="2679700"/>
            <a:ext cx="13417800" cy="14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83D85"/>
              </a:buClr>
              <a:buSzPts val="4000"/>
              <a:buFont typeface="Noto Sans KR"/>
              <a:buNone/>
              <a:defRPr sz="4000" b="1" i="0" u="none" strike="noStrike" cap="none">
                <a:solidFill>
                  <a:srgbClr val="283D85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marR="0" lvl="1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83D85"/>
              </a:buClr>
              <a:buSzPts val="4000"/>
              <a:buFont typeface="Noto Sans KR"/>
              <a:buNone/>
              <a:defRPr sz="4000" b="1" i="0" u="none" strike="noStrike" cap="none">
                <a:solidFill>
                  <a:srgbClr val="283D85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marR="0" lvl="2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83D85"/>
              </a:buClr>
              <a:buSzPts val="4000"/>
              <a:buFont typeface="Noto Sans KR"/>
              <a:buNone/>
              <a:defRPr sz="4000" b="1" i="0" u="none" strike="noStrike" cap="none">
                <a:solidFill>
                  <a:srgbClr val="283D85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marR="0" lvl="3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83D85"/>
              </a:buClr>
              <a:buSzPts val="4000"/>
              <a:buFont typeface="Noto Sans KR"/>
              <a:buNone/>
              <a:defRPr sz="4000" b="1" i="0" u="none" strike="noStrike" cap="none">
                <a:solidFill>
                  <a:srgbClr val="283D85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marR="0" lvl="4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83D85"/>
              </a:buClr>
              <a:buSzPts val="4000"/>
              <a:buFont typeface="Noto Sans KR"/>
              <a:buNone/>
              <a:defRPr sz="4000" b="1" i="0" u="none" strike="noStrike" cap="none">
                <a:solidFill>
                  <a:srgbClr val="283D85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marR="0" lvl="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83D85"/>
              </a:buClr>
              <a:buSzPts val="4000"/>
              <a:buFont typeface="Noto Sans KR"/>
              <a:buNone/>
              <a:defRPr sz="4000" b="1" i="0" u="none" strike="noStrike" cap="none">
                <a:solidFill>
                  <a:srgbClr val="283D85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marR="0" lvl="6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83D85"/>
              </a:buClr>
              <a:buSzPts val="4000"/>
              <a:buFont typeface="Noto Sans KR"/>
              <a:buNone/>
              <a:defRPr sz="4000" b="1" i="0" u="none" strike="noStrike" cap="none">
                <a:solidFill>
                  <a:srgbClr val="283D85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marR="0" lvl="7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83D85"/>
              </a:buClr>
              <a:buSzPts val="4000"/>
              <a:buFont typeface="Noto Sans KR"/>
              <a:buNone/>
              <a:defRPr sz="4000" b="1" i="0" u="none" strike="noStrike" cap="none">
                <a:solidFill>
                  <a:srgbClr val="283D85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marR="0" lvl="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83D85"/>
              </a:buClr>
              <a:buSzPts val="4000"/>
              <a:buFont typeface="Noto Sans KR"/>
              <a:buNone/>
              <a:defRPr sz="4000" b="1" i="0" u="none" strike="noStrike" cap="none">
                <a:solidFill>
                  <a:srgbClr val="283D85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endParaRPr/>
          </a:p>
        </p:txBody>
      </p:sp>
      <p:sp>
        <p:nvSpPr>
          <p:cNvPr id="8" name="Google Shape;8;p23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2" r:id="rId3"/>
    <p:sldLayoutId id="2147483669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"/>
          <p:cNvSpPr txBox="1">
            <a:spLocks noGrp="1"/>
          </p:cNvSpPr>
          <p:nvPr>
            <p:ph type="title"/>
          </p:nvPr>
        </p:nvSpPr>
        <p:spPr>
          <a:xfrm>
            <a:off x="1968500" y="3236150"/>
            <a:ext cx="14612700" cy="2945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3673"/>
              </a:buClr>
              <a:buSzPts val="9200"/>
              <a:buFont typeface="Arial"/>
              <a:buNone/>
            </a:pPr>
            <a:r>
              <a:rPr lang="ko-KR" altLang="en-US" sz="5400"/>
              <a:t>반도체특성화대학지원사업</a:t>
            </a:r>
            <a:r>
              <a:rPr lang="en-US" altLang="ko-KR" sz="5400"/>
              <a:t>-</a:t>
            </a:r>
            <a:r>
              <a:rPr lang="ko-KR" altLang="en-US" sz="5400"/>
              <a:t>단독형</a:t>
            </a:r>
            <a:r>
              <a:rPr lang="en-US" altLang="ko-KR" sz="5400"/>
              <a:t>-</a:t>
            </a:r>
            <a:r>
              <a:rPr lang="ko-KR" altLang="en-US" sz="5400"/>
              <a:t>서울대학교</a:t>
            </a:r>
            <a:endParaRPr sz="5400">
              <a:solidFill>
                <a:srgbClr val="043786"/>
              </a:solidFill>
            </a:endParaRPr>
          </a:p>
        </p:txBody>
      </p:sp>
      <p:sp>
        <p:nvSpPr>
          <p:cNvPr id="177" name="Google Shape;177;p1"/>
          <p:cNvSpPr txBox="1">
            <a:spLocks noGrp="1"/>
          </p:cNvSpPr>
          <p:nvPr>
            <p:ph type="body" idx="2"/>
          </p:nvPr>
        </p:nvSpPr>
        <p:spPr>
          <a:xfrm>
            <a:off x="1968500" y="2277000"/>
            <a:ext cx="12319800" cy="7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6"/>
              </a:buClr>
              <a:buSzPts val="2688"/>
              <a:buFont typeface="Arial"/>
              <a:buNone/>
            </a:pPr>
            <a:r>
              <a:rPr lang="en-US" sz="3200">
                <a:solidFill>
                  <a:srgbClr val="868787"/>
                </a:solidFill>
              </a:rPr>
              <a:t>2025</a:t>
            </a:r>
            <a:r>
              <a:rPr lang="ko-KR" altLang="en-US"/>
              <a:t>년도 서울대학교 </a:t>
            </a:r>
            <a:r>
              <a:rPr lang="ko-KR" altLang="en-US" sz="3200">
                <a:solidFill>
                  <a:srgbClr val="868787"/>
                </a:solidFill>
              </a:rPr>
              <a:t>반도체특성화대학 지원사업 현장 </a:t>
            </a:r>
            <a:r>
              <a:rPr lang="ko-KR" altLang="en-US"/>
              <a:t>실사</a:t>
            </a:r>
            <a:endParaRPr sz="3200">
              <a:solidFill>
                <a:srgbClr val="86878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>
          <a:extLst>
            <a:ext uri="{FF2B5EF4-FFF2-40B4-BE49-F238E27FC236}">
              <a16:creationId xmlns:a16="http://schemas.microsoft.com/office/drawing/2014/main" id="{B26DED9D-3D85-D547-503E-628DD059A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그림 396">
            <a:extLst>
              <a:ext uri="{FF2B5EF4-FFF2-40B4-BE49-F238E27FC236}">
                <a16:creationId xmlns:a16="http://schemas.microsoft.com/office/drawing/2014/main" id="{80B5223D-8174-637B-6E4C-9645213AB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318" y="2744824"/>
            <a:ext cx="21641362" cy="8721960"/>
          </a:xfrm>
          <a:prstGeom prst="rect">
            <a:avLst/>
          </a:prstGeom>
        </p:spPr>
      </p:pic>
      <p:sp>
        <p:nvSpPr>
          <p:cNvPr id="403" name="Google Shape;403;p15">
            <a:extLst>
              <a:ext uri="{FF2B5EF4-FFF2-40B4-BE49-F238E27FC236}">
                <a16:creationId xmlns:a16="http://schemas.microsoft.com/office/drawing/2014/main" id="{68C411E9-5542-6C02-6452-0404149DAD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8525" y="1168875"/>
            <a:ext cx="7307059" cy="8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50800" anchor="t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3673"/>
              </a:buClr>
              <a:buSzPts val="4000"/>
              <a:buFont typeface="Arial"/>
              <a:buNone/>
            </a:pPr>
            <a:r>
              <a:rPr lang="en-US" altLang="ko-KR" sz="4300"/>
              <a:t>3</a:t>
            </a:r>
            <a:r>
              <a:rPr lang="ko-KR" altLang="en-US" sz="4300"/>
              <a:t>차년도 사업비 집행 현황 </a:t>
            </a:r>
            <a:r>
              <a:rPr lang="en-US" altLang="ko-KR" sz="4300">
                <a:highlight>
                  <a:srgbClr val="FFFF00"/>
                </a:highlight>
              </a:rPr>
              <a:t>(</a:t>
            </a:r>
            <a:r>
              <a:rPr lang="ko-KR" altLang="en-US" sz="4300">
                <a:highlight>
                  <a:srgbClr val="FFFF00"/>
                </a:highlight>
              </a:rPr>
              <a:t>진명</a:t>
            </a:r>
            <a:r>
              <a:rPr lang="en-US" altLang="ko-KR" sz="4300">
                <a:highlight>
                  <a:srgbClr val="FFFF00"/>
                </a:highlight>
              </a:rPr>
              <a:t>)</a:t>
            </a:r>
            <a:endParaRPr sz="4300">
              <a:highlight>
                <a:srgbClr val="FFFF00"/>
              </a:highlight>
            </a:endParaRPr>
          </a:p>
        </p:txBody>
      </p:sp>
      <p:sp>
        <p:nvSpPr>
          <p:cNvPr id="404" name="Google Shape;404;p15">
            <a:extLst>
              <a:ext uri="{FF2B5EF4-FFF2-40B4-BE49-F238E27FC236}">
                <a16:creationId xmlns:a16="http://schemas.microsoft.com/office/drawing/2014/main" id="{639DC39F-65CB-E796-F877-845D1ABD0C3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24950" y="179526"/>
            <a:ext cx="13417800" cy="4905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>
              <a:lnSpc>
                <a:spcPct val="100000"/>
              </a:lnSpc>
              <a:buClr>
                <a:srgbClr val="777776"/>
              </a:buClr>
              <a:buSzPts val="2688"/>
            </a:pPr>
            <a:r>
              <a:rPr lang="en-US" altLang="ko-KR" sz="2400">
                <a:solidFill>
                  <a:srgbClr val="868787"/>
                </a:solidFill>
              </a:rPr>
              <a:t>2025</a:t>
            </a:r>
            <a:r>
              <a:rPr lang="ko-KR" altLang="en-US" sz="2400">
                <a:solidFill>
                  <a:srgbClr val="868787"/>
                </a:solidFill>
              </a:rPr>
              <a:t>년도 서울대학교 반도체특성화대학 지원사업 현장 실사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626154-0B8B-DCD8-8B74-8B415902BBF8}"/>
              </a:ext>
            </a:extLst>
          </p:cNvPr>
          <p:cNvSpPr txBox="1"/>
          <p:nvPr/>
        </p:nvSpPr>
        <p:spPr>
          <a:xfrm>
            <a:off x="23063250" y="12603966"/>
            <a:ext cx="952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3200" b="1" i="0" u="none" strike="noStrike" kern="0" cap="none" spc="0" normalizeH="0" baseline="0" noProof="0">
                <a:ln>
                  <a:noFill/>
                </a:ln>
                <a:solidFill>
                  <a:srgbClr val="043786"/>
                </a:solidFill>
                <a:effectLst/>
                <a:uLnTx/>
                <a:uFillTx/>
                <a:latin typeface="Noto Sans KR"/>
                <a:ea typeface="Noto Sans KR"/>
                <a:sym typeface="Noto Sans KR"/>
              </a:rPr>
              <a:t>4/7</a:t>
            </a:r>
            <a:r>
              <a:rPr kumimoji="0" lang="ko-KR" altLang="en-US" sz="3200" b="1" i="0" u="none" strike="noStrike" kern="0" cap="none" spc="0" normalizeH="0" baseline="0" noProof="0">
                <a:ln>
                  <a:noFill/>
                </a:ln>
                <a:solidFill>
                  <a:srgbClr val="043786"/>
                </a:solidFill>
                <a:effectLst/>
                <a:uLnTx/>
                <a:uFillTx/>
                <a:latin typeface="Noto Sans KR"/>
                <a:ea typeface="Noto Sans KR"/>
                <a:sym typeface="Noto Sans KR"/>
              </a:rPr>
              <a:t> </a:t>
            </a:r>
            <a:endParaRPr lang="ko-KR" altLang="en-US" sz="3200"/>
          </a:p>
        </p:txBody>
      </p:sp>
      <p:sp>
        <p:nvSpPr>
          <p:cNvPr id="14" name="원호 13">
            <a:extLst>
              <a:ext uri="{FF2B5EF4-FFF2-40B4-BE49-F238E27FC236}">
                <a16:creationId xmlns:a16="http://schemas.microsoft.com/office/drawing/2014/main" id="{A0829C3A-45E2-224F-6100-BA1318B7C20F}"/>
              </a:ext>
            </a:extLst>
          </p:cNvPr>
          <p:cNvSpPr/>
          <p:nvPr/>
        </p:nvSpPr>
        <p:spPr bwMode="auto">
          <a:xfrm>
            <a:off x="12768943" y="3645882"/>
            <a:ext cx="538480" cy="538837"/>
          </a:xfrm>
          <a:prstGeom prst="arc">
            <a:avLst>
              <a:gd name="adj1" fmla="val 16200000"/>
              <a:gd name="adj2" fmla="val 2679159"/>
            </a:avLst>
          </a:prstGeom>
          <a:noFill/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5" name="원호 14">
            <a:extLst>
              <a:ext uri="{FF2B5EF4-FFF2-40B4-BE49-F238E27FC236}">
                <a16:creationId xmlns:a16="http://schemas.microsoft.com/office/drawing/2014/main" id="{DE162215-6D44-2DCA-391E-F59B5F51FA11}"/>
              </a:ext>
            </a:extLst>
          </p:cNvPr>
          <p:cNvSpPr/>
          <p:nvPr/>
        </p:nvSpPr>
        <p:spPr bwMode="auto">
          <a:xfrm>
            <a:off x="15519763" y="3645881"/>
            <a:ext cx="538480" cy="538837"/>
          </a:xfrm>
          <a:prstGeom prst="arc">
            <a:avLst>
              <a:gd name="adj1" fmla="val 16200000"/>
              <a:gd name="adj2" fmla="val 16114723"/>
            </a:avLst>
          </a:prstGeom>
          <a:noFill/>
          <a:ln w="12700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7" name="원호 16">
            <a:extLst>
              <a:ext uri="{FF2B5EF4-FFF2-40B4-BE49-F238E27FC236}">
                <a16:creationId xmlns:a16="http://schemas.microsoft.com/office/drawing/2014/main" id="{34707231-F4C0-0A84-8D09-C6DA3B7B03E4}"/>
              </a:ext>
            </a:extLst>
          </p:cNvPr>
          <p:cNvSpPr/>
          <p:nvPr/>
        </p:nvSpPr>
        <p:spPr bwMode="auto">
          <a:xfrm>
            <a:off x="12768943" y="4584481"/>
            <a:ext cx="538480" cy="538837"/>
          </a:xfrm>
          <a:prstGeom prst="arc">
            <a:avLst>
              <a:gd name="adj1" fmla="val 16200000"/>
              <a:gd name="adj2" fmla="val 20257498"/>
            </a:avLst>
          </a:prstGeom>
          <a:noFill/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4" name="원호 23">
            <a:extLst>
              <a:ext uri="{FF2B5EF4-FFF2-40B4-BE49-F238E27FC236}">
                <a16:creationId xmlns:a16="http://schemas.microsoft.com/office/drawing/2014/main" id="{3F81ECD5-544A-7736-C665-39A43AC5F39D}"/>
              </a:ext>
            </a:extLst>
          </p:cNvPr>
          <p:cNvSpPr/>
          <p:nvPr/>
        </p:nvSpPr>
        <p:spPr bwMode="auto">
          <a:xfrm>
            <a:off x="12768943" y="5584113"/>
            <a:ext cx="538480" cy="538837"/>
          </a:xfrm>
          <a:prstGeom prst="arc">
            <a:avLst>
              <a:gd name="adj1" fmla="val 16200000"/>
              <a:gd name="adj2" fmla="val 7324824"/>
            </a:avLst>
          </a:prstGeom>
          <a:noFill/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6" name="원호 25">
            <a:extLst>
              <a:ext uri="{FF2B5EF4-FFF2-40B4-BE49-F238E27FC236}">
                <a16:creationId xmlns:a16="http://schemas.microsoft.com/office/drawing/2014/main" id="{4463CAF7-1441-A5A0-39BC-1A4B630B2877}"/>
              </a:ext>
            </a:extLst>
          </p:cNvPr>
          <p:cNvSpPr/>
          <p:nvPr/>
        </p:nvSpPr>
        <p:spPr bwMode="auto">
          <a:xfrm>
            <a:off x="12762593" y="7397063"/>
            <a:ext cx="538480" cy="538837"/>
          </a:xfrm>
          <a:prstGeom prst="arc">
            <a:avLst>
              <a:gd name="adj1" fmla="val 16200000"/>
              <a:gd name="adj2" fmla="val 14682200"/>
            </a:avLst>
          </a:prstGeom>
          <a:noFill/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7" name="원호 26">
            <a:extLst>
              <a:ext uri="{FF2B5EF4-FFF2-40B4-BE49-F238E27FC236}">
                <a16:creationId xmlns:a16="http://schemas.microsoft.com/office/drawing/2014/main" id="{058CEBBE-546A-7BA9-7FF5-E2695C6202C4}"/>
              </a:ext>
            </a:extLst>
          </p:cNvPr>
          <p:cNvSpPr/>
          <p:nvPr/>
        </p:nvSpPr>
        <p:spPr bwMode="auto">
          <a:xfrm>
            <a:off x="12762593" y="8313340"/>
            <a:ext cx="538480" cy="538837"/>
          </a:xfrm>
          <a:prstGeom prst="arc">
            <a:avLst>
              <a:gd name="adj1" fmla="val 16200000"/>
              <a:gd name="adj2" fmla="val 16133248"/>
            </a:avLst>
          </a:prstGeom>
          <a:noFill/>
          <a:ln w="12700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9" name="원호 28">
            <a:extLst>
              <a:ext uri="{FF2B5EF4-FFF2-40B4-BE49-F238E27FC236}">
                <a16:creationId xmlns:a16="http://schemas.microsoft.com/office/drawing/2014/main" id="{0AEB0644-1BE4-2281-A062-A0D679C6FC35}"/>
              </a:ext>
            </a:extLst>
          </p:cNvPr>
          <p:cNvSpPr/>
          <p:nvPr/>
        </p:nvSpPr>
        <p:spPr bwMode="auto">
          <a:xfrm>
            <a:off x="12762593" y="9290333"/>
            <a:ext cx="538480" cy="538837"/>
          </a:xfrm>
          <a:prstGeom prst="arc">
            <a:avLst>
              <a:gd name="adj1" fmla="val 16200000"/>
              <a:gd name="adj2" fmla="val 16177296"/>
            </a:avLst>
          </a:prstGeom>
          <a:noFill/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2" name="원호 31">
            <a:extLst>
              <a:ext uri="{FF2B5EF4-FFF2-40B4-BE49-F238E27FC236}">
                <a16:creationId xmlns:a16="http://schemas.microsoft.com/office/drawing/2014/main" id="{CB0651EC-4750-A662-EF4F-E4C0DC38FC99}"/>
              </a:ext>
            </a:extLst>
          </p:cNvPr>
          <p:cNvSpPr/>
          <p:nvPr/>
        </p:nvSpPr>
        <p:spPr bwMode="auto">
          <a:xfrm>
            <a:off x="12768943" y="6563890"/>
            <a:ext cx="538480" cy="538837"/>
          </a:xfrm>
          <a:prstGeom prst="arc">
            <a:avLst>
              <a:gd name="adj1" fmla="val 16200000"/>
              <a:gd name="adj2" fmla="val 2330529"/>
            </a:avLst>
          </a:prstGeom>
          <a:noFill/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4" name="원호 33">
            <a:extLst>
              <a:ext uri="{FF2B5EF4-FFF2-40B4-BE49-F238E27FC236}">
                <a16:creationId xmlns:a16="http://schemas.microsoft.com/office/drawing/2014/main" id="{711B0A32-3072-6539-6CAF-24B777CD07EB}"/>
              </a:ext>
            </a:extLst>
          </p:cNvPr>
          <p:cNvSpPr/>
          <p:nvPr/>
        </p:nvSpPr>
        <p:spPr bwMode="auto">
          <a:xfrm>
            <a:off x="15519763" y="4584481"/>
            <a:ext cx="538480" cy="538837"/>
          </a:xfrm>
          <a:prstGeom prst="arc">
            <a:avLst>
              <a:gd name="adj1" fmla="val 16200000"/>
              <a:gd name="adj2" fmla="val 14341950"/>
            </a:avLst>
          </a:prstGeom>
          <a:noFill/>
          <a:ln w="12700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6" name="원호 35">
            <a:extLst>
              <a:ext uri="{FF2B5EF4-FFF2-40B4-BE49-F238E27FC236}">
                <a16:creationId xmlns:a16="http://schemas.microsoft.com/office/drawing/2014/main" id="{7F02E623-FC67-7E30-7102-6BCD23328CD8}"/>
              </a:ext>
            </a:extLst>
          </p:cNvPr>
          <p:cNvSpPr/>
          <p:nvPr/>
        </p:nvSpPr>
        <p:spPr bwMode="auto">
          <a:xfrm>
            <a:off x="15518493" y="5575696"/>
            <a:ext cx="538480" cy="538837"/>
          </a:xfrm>
          <a:prstGeom prst="arc">
            <a:avLst>
              <a:gd name="adj1" fmla="val 16200000"/>
              <a:gd name="adj2" fmla="val 16114723"/>
            </a:avLst>
          </a:prstGeom>
          <a:noFill/>
          <a:ln w="12700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8" name="원호 37">
            <a:extLst>
              <a:ext uri="{FF2B5EF4-FFF2-40B4-BE49-F238E27FC236}">
                <a16:creationId xmlns:a16="http://schemas.microsoft.com/office/drawing/2014/main" id="{4F8D1610-AA69-2F8A-9930-C9E0D347BBA9}"/>
              </a:ext>
            </a:extLst>
          </p:cNvPr>
          <p:cNvSpPr/>
          <p:nvPr/>
        </p:nvSpPr>
        <p:spPr bwMode="auto">
          <a:xfrm>
            <a:off x="15519763" y="6552689"/>
            <a:ext cx="538480" cy="538837"/>
          </a:xfrm>
          <a:prstGeom prst="arc">
            <a:avLst>
              <a:gd name="adj1" fmla="val 16200000"/>
              <a:gd name="adj2" fmla="val 14472616"/>
            </a:avLst>
          </a:prstGeom>
          <a:noFill/>
          <a:ln w="12700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40" name="원호 39">
            <a:extLst>
              <a:ext uri="{FF2B5EF4-FFF2-40B4-BE49-F238E27FC236}">
                <a16:creationId xmlns:a16="http://schemas.microsoft.com/office/drawing/2014/main" id="{8F03584F-F57E-C71F-5F0F-AC3A50F355CB}"/>
              </a:ext>
            </a:extLst>
          </p:cNvPr>
          <p:cNvSpPr/>
          <p:nvPr/>
        </p:nvSpPr>
        <p:spPr bwMode="auto">
          <a:xfrm>
            <a:off x="15519763" y="7391273"/>
            <a:ext cx="538480" cy="538837"/>
          </a:xfrm>
          <a:prstGeom prst="arc">
            <a:avLst>
              <a:gd name="adj1" fmla="val 16200000"/>
              <a:gd name="adj2" fmla="val 16114723"/>
            </a:avLst>
          </a:prstGeom>
          <a:noFill/>
          <a:ln w="12700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46" name="원호 45">
            <a:extLst>
              <a:ext uri="{FF2B5EF4-FFF2-40B4-BE49-F238E27FC236}">
                <a16:creationId xmlns:a16="http://schemas.microsoft.com/office/drawing/2014/main" id="{E9D82EA3-2024-9325-558F-6DFCCA39F175}"/>
              </a:ext>
            </a:extLst>
          </p:cNvPr>
          <p:cNvSpPr/>
          <p:nvPr/>
        </p:nvSpPr>
        <p:spPr bwMode="auto">
          <a:xfrm>
            <a:off x="15519763" y="9290333"/>
            <a:ext cx="538480" cy="538837"/>
          </a:xfrm>
          <a:prstGeom prst="arc">
            <a:avLst>
              <a:gd name="adj1" fmla="val 16200000"/>
              <a:gd name="adj2" fmla="val 16127832"/>
            </a:avLst>
          </a:prstGeom>
          <a:noFill/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47" name="원호 46">
            <a:extLst>
              <a:ext uri="{FF2B5EF4-FFF2-40B4-BE49-F238E27FC236}">
                <a16:creationId xmlns:a16="http://schemas.microsoft.com/office/drawing/2014/main" id="{194E66DE-CA98-981E-AECD-86B8D36D6C1E}"/>
              </a:ext>
            </a:extLst>
          </p:cNvPr>
          <p:cNvSpPr/>
          <p:nvPr/>
        </p:nvSpPr>
        <p:spPr bwMode="auto">
          <a:xfrm>
            <a:off x="12762593" y="10241926"/>
            <a:ext cx="538480" cy="538837"/>
          </a:xfrm>
          <a:prstGeom prst="arc">
            <a:avLst>
              <a:gd name="adj1" fmla="val 16200000"/>
              <a:gd name="adj2" fmla="val 4367273"/>
            </a:avLst>
          </a:prstGeom>
          <a:noFill/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48" name="원호 47">
            <a:extLst>
              <a:ext uri="{FF2B5EF4-FFF2-40B4-BE49-F238E27FC236}">
                <a16:creationId xmlns:a16="http://schemas.microsoft.com/office/drawing/2014/main" id="{C7F8ADBD-AFA3-B486-5747-5AFA6EA042C8}"/>
              </a:ext>
            </a:extLst>
          </p:cNvPr>
          <p:cNvSpPr/>
          <p:nvPr/>
        </p:nvSpPr>
        <p:spPr bwMode="auto">
          <a:xfrm>
            <a:off x="15519763" y="10241926"/>
            <a:ext cx="538480" cy="538837"/>
          </a:xfrm>
          <a:prstGeom prst="arc">
            <a:avLst>
              <a:gd name="adj1" fmla="val 16200000"/>
              <a:gd name="adj2" fmla="val 14865834"/>
            </a:avLst>
          </a:prstGeom>
          <a:noFill/>
          <a:ln w="12700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50" name="원호 49">
            <a:extLst>
              <a:ext uri="{FF2B5EF4-FFF2-40B4-BE49-F238E27FC236}">
                <a16:creationId xmlns:a16="http://schemas.microsoft.com/office/drawing/2014/main" id="{06D600C6-18FC-663E-9CAB-580624C9EC05}"/>
              </a:ext>
            </a:extLst>
          </p:cNvPr>
          <p:cNvSpPr/>
          <p:nvPr/>
        </p:nvSpPr>
        <p:spPr bwMode="auto">
          <a:xfrm>
            <a:off x="15519763" y="8313340"/>
            <a:ext cx="538480" cy="538837"/>
          </a:xfrm>
          <a:prstGeom prst="arc">
            <a:avLst>
              <a:gd name="adj1" fmla="val 16200000"/>
              <a:gd name="adj2" fmla="val 16133248"/>
            </a:avLst>
          </a:prstGeom>
          <a:noFill/>
          <a:ln w="12700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51" name="원호 50">
            <a:extLst>
              <a:ext uri="{FF2B5EF4-FFF2-40B4-BE49-F238E27FC236}">
                <a16:creationId xmlns:a16="http://schemas.microsoft.com/office/drawing/2014/main" id="{B4444BBA-1863-B87A-D666-30152ED44ECA}"/>
              </a:ext>
            </a:extLst>
          </p:cNvPr>
          <p:cNvSpPr/>
          <p:nvPr/>
        </p:nvSpPr>
        <p:spPr bwMode="auto">
          <a:xfrm>
            <a:off x="15518493" y="10241926"/>
            <a:ext cx="538480" cy="538837"/>
          </a:xfrm>
          <a:prstGeom prst="arc">
            <a:avLst>
              <a:gd name="adj1" fmla="val 16200000"/>
              <a:gd name="adj2" fmla="val 4367273"/>
            </a:avLst>
          </a:prstGeom>
          <a:noFill/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52" name="원호 51">
            <a:extLst>
              <a:ext uri="{FF2B5EF4-FFF2-40B4-BE49-F238E27FC236}">
                <a16:creationId xmlns:a16="http://schemas.microsoft.com/office/drawing/2014/main" id="{ED0DFE10-9A70-935B-16ED-D87A766C9947}"/>
              </a:ext>
            </a:extLst>
          </p:cNvPr>
          <p:cNvSpPr/>
          <p:nvPr/>
        </p:nvSpPr>
        <p:spPr bwMode="auto">
          <a:xfrm>
            <a:off x="15524843" y="3645882"/>
            <a:ext cx="538480" cy="538837"/>
          </a:xfrm>
          <a:prstGeom prst="arc">
            <a:avLst>
              <a:gd name="adj1" fmla="val 16200000"/>
              <a:gd name="adj2" fmla="val 2679159"/>
            </a:avLst>
          </a:prstGeom>
          <a:noFill/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53" name="원호 52">
            <a:extLst>
              <a:ext uri="{FF2B5EF4-FFF2-40B4-BE49-F238E27FC236}">
                <a16:creationId xmlns:a16="http://schemas.microsoft.com/office/drawing/2014/main" id="{37A6EB47-2E66-640A-F97F-D9E5314FC994}"/>
              </a:ext>
            </a:extLst>
          </p:cNvPr>
          <p:cNvSpPr/>
          <p:nvPr/>
        </p:nvSpPr>
        <p:spPr bwMode="auto">
          <a:xfrm>
            <a:off x="15524843" y="4584481"/>
            <a:ext cx="538480" cy="538837"/>
          </a:xfrm>
          <a:prstGeom prst="arc">
            <a:avLst>
              <a:gd name="adj1" fmla="val 16200000"/>
              <a:gd name="adj2" fmla="val 20257498"/>
            </a:avLst>
          </a:prstGeom>
          <a:noFill/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54" name="원호 53">
            <a:extLst>
              <a:ext uri="{FF2B5EF4-FFF2-40B4-BE49-F238E27FC236}">
                <a16:creationId xmlns:a16="http://schemas.microsoft.com/office/drawing/2014/main" id="{CF30E6E3-AA2B-0C3C-996C-D9296DF891D9}"/>
              </a:ext>
            </a:extLst>
          </p:cNvPr>
          <p:cNvSpPr/>
          <p:nvPr/>
        </p:nvSpPr>
        <p:spPr bwMode="auto">
          <a:xfrm>
            <a:off x="15524843" y="5584113"/>
            <a:ext cx="538480" cy="538837"/>
          </a:xfrm>
          <a:prstGeom prst="arc">
            <a:avLst>
              <a:gd name="adj1" fmla="val 16200000"/>
              <a:gd name="adj2" fmla="val 7324824"/>
            </a:avLst>
          </a:prstGeom>
          <a:noFill/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55" name="원호 54">
            <a:extLst>
              <a:ext uri="{FF2B5EF4-FFF2-40B4-BE49-F238E27FC236}">
                <a16:creationId xmlns:a16="http://schemas.microsoft.com/office/drawing/2014/main" id="{DB529453-5B16-FFB3-1B9A-3AABBBB68CE7}"/>
              </a:ext>
            </a:extLst>
          </p:cNvPr>
          <p:cNvSpPr/>
          <p:nvPr/>
        </p:nvSpPr>
        <p:spPr bwMode="auto">
          <a:xfrm>
            <a:off x="15518493" y="7397063"/>
            <a:ext cx="538480" cy="538837"/>
          </a:xfrm>
          <a:prstGeom prst="arc">
            <a:avLst>
              <a:gd name="adj1" fmla="val 16200000"/>
              <a:gd name="adj2" fmla="val 14682200"/>
            </a:avLst>
          </a:prstGeom>
          <a:noFill/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56" name="원호 55">
            <a:extLst>
              <a:ext uri="{FF2B5EF4-FFF2-40B4-BE49-F238E27FC236}">
                <a16:creationId xmlns:a16="http://schemas.microsoft.com/office/drawing/2014/main" id="{48FE1593-70BF-052D-D8CE-BDB120EFAB5E}"/>
              </a:ext>
            </a:extLst>
          </p:cNvPr>
          <p:cNvSpPr/>
          <p:nvPr/>
        </p:nvSpPr>
        <p:spPr bwMode="auto">
          <a:xfrm>
            <a:off x="15524843" y="6563890"/>
            <a:ext cx="538480" cy="538837"/>
          </a:xfrm>
          <a:prstGeom prst="arc">
            <a:avLst>
              <a:gd name="adj1" fmla="val 16200000"/>
              <a:gd name="adj2" fmla="val 2330529"/>
            </a:avLst>
          </a:prstGeom>
          <a:noFill/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9135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>
          <a:extLst>
            <a:ext uri="{FF2B5EF4-FFF2-40B4-BE49-F238E27FC236}">
              <a16:creationId xmlns:a16="http://schemas.microsoft.com/office/drawing/2014/main" id="{AE11D742-4527-241E-4394-03EBCDDB4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B7D09FC7-8FEE-4DE6-6665-079ED4074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334303"/>
            <a:ext cx="21463000" cy="5892648"/>
          </a:xfrm>
          <a:prstGeom prst="rect">
            <a:avLst/>
          </a:prstGeom>
        </p:spPr>
      </p:pic>
      <p:sp>
        <p:nvSpPr>
          <p:cNvPr id="403" name="Google Shape;403;p15">
            <a:extLst>
              <a:ext uri="{FF2B5EF4-FFF2-40B4-BE49-F238E27FC236}">
                <a16:creationId xmlns:a16="http://schemas.microsoft.com/office/drawing/2014/main" id="{3A948B7A-07C0-EE17-F6AA-E6D1ADE810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8525" y="1168875"/>
            <a:ext cx="7307059" cy="8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50800" anchor="t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3673"/>
              </a:buClr>
              <a:buSzPts val="4000"/>
              <a:buFont typeface="Arial"/>
              <a:buNone/>
            </a:pPr>
            <a:r>
              <a:rPr lang="en-US" altLang="ko-KR" sz="4300"/>
              <a:t>3</a:t>
            </a:r>
            <a:r>
              <a:rPr lang="ko-KR" altLang="en-US" sz="4300"/>
              <a:t>차년도 사업비 집행 현황 </a:t>
            </a:r>
            <a:r>
              <a:rPr lang="en-US" altLang="ko-KR" sz="4300">
                <a:highlight>
                  <a:srgbClr val="FFFF00"/>
                </a:highlight>
              </a:rPr>
              <a:t>(</a:t>
            </a:r>
            <a:r>
              <a:rPr lang="ko-KR" altLang="en-US" sz="4300">
                <a:highlight>
                  <a:srgbClr val="FFFF00"/>
                </a:highlight>
              </a:rPr>
              <a:t>진명</a:t>
            </a:r>
            <a:r>
              <a:rPr lang="en-US" altLang="ko-KR" sz="4300">
                <a:highlight>
                  <a:srgbClr val="FFFF00"/>
                </a:highlight>
              </a:rPr>
              <a:t>)</a:t>
            </a:r>
            <a:endParaRPr sz="4300">
              <a:highlight>
                <a:srgbClr val="FFFF00"/>
              </a:highlight>
            </a:endParaRPr>
          </a:p>
        </p:txBody>
      </p:sp>
      <p:sp>
        <p:nvSpPr>
          <p:cNvPr id="404" name="Google Shape;404;p15">
            <a:extLst>
              <a:ext uri="{FF2B5EF4-FFF2-40B4-BE49-F238E27FC236}">
                <a16:creationId xmlns:a16="http://schemas.microsoft.com/office/drawing/2014/main" id="{5B261B87-ECC8-7A01-BB23-916C7577781B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24950" y="179526"/>
            <a:ext cx="13417800" cy="4905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>
              <a:lnSpc>
                <a:spcPct val="100000"/>
              </a:lnSpc>
              <a:buClr>
                <a:srgbClr val="777776"/>
              </a:buClr>
              <a:buSzPts val="2688"/>
            </a:pPr>
            <a:r>
              <a:rPr lang="en-US" altLang="ko-KR" sz="2400">
                <a:solidFill>
                  <a:srgbClr val="868787"/>
                </a:solidFill>
              </a:rPr>
              <a:t>2025</a:t>
            </a:r>
            <a:r>
              <a:rPr lang="ko-KR" altLang="en-US" sz="2400">
                <a:solidFill>
                  <a:srgbClr val="868787"/>
                </a:solidFill>
              </a:rPr>
              <a:t>년도 서울대학교 반도체특성화대학 지원사업 현장 실사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A87A4A-2FC0-A27F-78B6-097188CCEC11}"/>
              </a:ext>
            </a:extLst>
          </p:cNvPr>
          <p:cNvSpPr txBox="1"/>
          <p:nvPr/>
        </p:nvSpPr>
        <p:spPr>
          <a:xfrm>
            <a:off x="23063250" y="12603966"/>
            <a:ext cx="952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3200" b="1" i="0" u="none" strike="noStrike" kern="0" cap="none" spc="0" normalizeH="0" baseline="0" noProof="0">
                <a:ln>
                  <a:noFill/>
                </a:ln>
                <a:solidFill>
                  <a:srgbClr val="043786"/>
                </a:solidFill>
                <a:effectLst/>
                <a:uLnTx/>
                <a:uFillTx/>
                <a:latin typeface="Noto Sans KR"/>
                <a:ea typeface="Noto Sans KR"/>
                <a:sym typeface="Noto Sans KR"/>
              </a:rPr>
              <a:t>4/7</a:t>
            </a:r>
            <a:r>
              <a:rPr kumimoji="0" lang="ko-KR" altLang="en-US" sz="3200" b="1" i="0" u="none" strike="noStrike" kern="0" cap="none" spc="0" normalizeH="0" baseline="0" noProof="0">
                <a:ln>
                  <a:noFill/>
                </a:ln>
                <a:solidFill>
                  <a:srgbClr val="043786"/>
                </a:solidFill>
                <a:effectLst/>
                <a:uLnTx/>
                <a:uFillTx/>
                <a:latin typeface="Noto Sans KR"/>
                <a:ea typeface="Noto Sans KR"/>
                <a:sym typeface="Noto Sans KR"/>
              </a:rPr>
              <a:t> </a:t>
            </a:r>
            <a:endParaRPr lang="ko-KR" altLang="en-US" sz="3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30EDD0-BA67-2127-A859-91CFBF958994}"/>
              </a:ext>
            </a:extLst>
          </p:cNvPr>
          <p:cNvSpPr txBox="1"/>
          <p:nvPr/>
        </p:nvSpPr>
        <p:spPr>
          <a:xfrm>
            <a:off x="10375951" y="12970252"/>
            <a:ext cx="11747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총 사업비 </a:t>
            </a:r>
            <a:r>
              <a:rPr lang="en-US" altLang="ko-KR" sz="3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(3</a:t>
            </a:r>
            <a:r>
              <a:rPr lang="ko-KR" altLang="en-US" sz="3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차년도 본예산 </a:t>
            </a:r>
            <a:r>
              <a:rPr lang="en-US" altLang="ko-KR" sz="3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+ 2</a:t>
            </a:r>
            <a:r>
              <a:rPr lang="ko-KR" altLang="en-US" sz="3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차년도 이월금</a:t>
            </a:r>
            <a:r>
              <a:rPr lang="en-US" altLang="ko-KR" sz="3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r>
              <a:rPr lang="ko-KR" altLang="en-US" sz="3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3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3,597,690,651 </a:t>
            </a:r>
            <a:r>
              <a:rPr lang="ko-KR" altLang="en-US" sz="3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원</a:t>
            </a:r>
            <a:endParaRPr lang="ko-KR" altLang="en-US" sz="32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B7F106-64C6-D619-8AEE-1C066A8C3604}"/>
              </a:ext>
            </a:extLst>
          </p:cNvPr>
          <p:cNvSpPr txBox="1"/>
          <p:nvPr/>
        </p:nvSpPr>
        <p:spPr>
          <a:xfrm>
            <a:off x="1597025" y="8039085"/>
            <a:ext cx="63658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/>
              <a:t>예산 활용 예정 내역 정리</a:t>
            </a:r>
            <a:endParaRPr lang="en-US" altLang="ko-KR" sz="3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1D9D58-971D-4241-9B74-1296FF6ECB7D}"/>
              </a:ext>
            </a:extLst>
          </p:cNvPr>
          <p:cNvSpPr txBox="1"/>
          <p:nvPr/>
        </p:nvSpPr>
        <p:spPr>
          <a:xfrm>
            <a:off x="1597025" y="9075107"/>
            <a:ext cx="350681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/>
              <a:t>1. </a:t>
            </a:r>
            <a:r>
              <a:rPr lang="ko-KR" altLang="en-US" sz="3200"/>
              <a:t>본예산</a:t>
            </a:r>
            <a:endParaRPr lang="en-US" altLang="ko-KR" sz="3200"/>
          </a:p>
          <a:p>
            <a:endParaRPr lang="en-US" altLang="ko-KR" sz="3200"/>
          </a:p>
          <a:p>
            <a:r>
              <a:rPr lang="ko-KR" altLang="en-US" sz="3200"/>
              <a:t>인건비</a:t>
            </a:r>
            <a:endParaRPr lang="en-US" altLang="ko-KR" sz="3200"/>
          </a:p>
          <a:p>
            <a:r>
              <a:rPr lang="ko-KR" altLang="en-US" sz="3200"/>
              <a:t>시설</a:t>
            </a:r>
            <a:r>
              <a:rPr lang="en-US" altLang="ko-KR" sz="3200"/>
              <a:t>, </a:t>
            </a:r>
            <a:r>
              <a:rPr lang="ko-KR" altLang="en-US" sz="3200"/>
              <a:t>장비</a:t>
            </a:r>
            <a:endParaRPr lang="en-US" altLang="ko-KR" sz="3200"/>
          </a:p>
          <a:p>
            <a:r>
              <a:rPr lang="ko-KR" altLang="en-US" sz="3200"/>
              <a:t>연구재료비</a:t>
            </a:r>
            <a:endParaRPr lang="en-US" altLang="ko-KR" sz="3200"/>
          </a:p>
          <a:p>
            <a:r>
              <a:rPr lang="ko-KR" altLang="en-US" sz="3200"/>
              <a:t>연구활동비</a:t>
            </a:r>
            <a:endParaRPr lang="en-US" altLang="ko-KR" sz="32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A43D6D-4ECD-F530-7D96-C41D61739F38}"/>
              </a:ext>
            </a:extLst>
          </p:cNvPr>
          <p:cNvSpPr txBox="1"/>
          <p:nvPr/>
        </p:nvSpPr>
        <p:spPr>
          <a:xfrm>
            <a:off x="17204367" y="10059992"/>
            <a:ext cx="401874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/>
              <a:t>2. </a:t>
            </a:r>
            <a:r>
              <a:rPr lang="ko-KR" altLang="en-US" sz="3200"/>
              <a:t>이월금</a:t>
            </a:r>
            <a:endParaRPr lang="en-US" altLang="ko-KR" sz="3200"/>
          </a:p>
          <a:p>
            <a:endParaRPr lang="en-US" altLang="ko-KR" sz="3200"/>
          </a:p>
          <a:p>
            <a:r>
              <a:rPr lang="ko-KR" altLang="en-US" sz="3200"/>
              <a:t>연구시설장비비</a:t>
            </a:r>
            <a:endParaRPr lang="en-US" altLang="ko-KR" sz="3200"/>
          </a:p>
          <a:p>
            <a:pPr marL="285750" indent="-285750">
              <a:buFontTx/>
              <a:buChar char="-"/>
            </a:pPr>
            <a:r>
              <a:rPr lang="en-US" altLang="ko-KR" sz="3200"/>
              <a:t>GPU 1</a:t>
            </a:r>
            <a:r>
              <a:rPr lang="ko-KR" altLang="en-US" sz="3200"/>
              <a:t>대</a:t>
            </a:r>
            <a:endParaRPr lang="en-US" altLang="ko-KR" sz="3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8AFBE1-E258-2203-8FAD-A7B68592A7B0}"/>
              </a:ext>
            </a:extLst>
          </p:cNvPr>
          <p:cNvSpPr txBox="1"/>
          <p:nvPr/>
        </p:nvSpPr>
        <p:spPr>
          <a:xfrm>
            <a:off x="4291086" y="9075107"/>
            <a:ext cx="1308251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3200"/>
          </a:p>
          <a:p>
            <a:endParaRPr lang="en-US" altLang="ko-KR" sz="3200"/>
          </a:p>
          <a:p>
            <a:pPr marL="285750" indent="-285750">
              <a:buFontTx/>
              <a:buChar char="-"/>
            </a:pPr>
            <a:r>
              <a:rPr lang="ko-KR" altLang="en-US" sz="3200"/>
              <a:t>순차지급 </a:t>
            </a:r>
            <a:r>
              <a:rPr lang="en-US" altLang="ko-KR" sz="3200"/>
              <a:t>&amp; </a:t>
            </a:r>
            <a:r>
              <a:rPr lang="ko-KR" altLang="en-US" sz="3200"/>
              <a:t>참여교원 인센티브</a:t>
            </a:r>
            <a:endParaRPr lang="en-US" altLang="ko-KR" sz="3200"/>
          </a:p>
          <a:p>
            <a:pPr marL="285750" indent="-285750">
              <a:buFontTx/>
              <a:buChar char="-"/>
            </a:pPr>
            <a:r>
              <a:rPr lang="en-US" altLang="ko-KR" sz="3200"/>
              <a:t>3</a:t>
            </a:r>
            <a:r>
              <a:rPr lang="ko-KR" altLang="en-US" sz="3200"/>
              <a:t>차년도 도입장비 지출 진행 </a:t>
            </a:r>
            <a:r>
              <a:rPr lang="en-US" altLang="ko-KR" sz="3200"/>
              <a:t>(</a:t>
            </a:r>
            <a:r>
              <a:rPr lang="ko-KR" altLang="en-US" sz="3200"/>
              <a:t>도입 완료</a:t>
            </a:r>
            <a:r>
              <a:rPr lang="en-US" altLang="ko-KR" sz="320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sz="3200"/>
              <a:t>첨융 교육용 칩 제작비용 </a:t>
            </a:r>
            <a:r>
              <a:rPr lang="en-US" altLang="ko-KR" sz="3200"/>
              <a:t>+ </a:t>
            </a:r>
            <a:r>
              <a:rPr lang="ko-KR" altLang="en-US" sz="3200"/>
              <a:t>공정 및 재료비 지원 잔여내역</a:t>
            </a:r>
            <a:endParaRPr lang="en-US" altLang="ko-KR" sz="3200"/>
          </a:p>
          <a:p>
            <a:pPr marL="285750" indent="-285750">
              <a:buFontTx/>
              <a:buChar char="-"/>
            </a:pPr>
            <a:r>
              <a:rPr lang="ko-KR" altLang="en-US" sz="3200"/>
              <a:t>졸업 장학금 지급</a:t>
            </a:r>
            <a:endParaRPr lang="en-US" altLang="ko-KR" sz="3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6480F08-0CFF-E23C-CD74-AC7210FF5388}"/>
                  </a:ext>
                </a:extLst>
              </p:cNvPr>
              <p:cNvSpPr txBox="1"/>
              <p:nvPr/>
            </p:nvSpPr>
            <p:spPr>
              <a:xfrm>
                <a:off x="13797488" y="8331472"/>
                <a:ext cx="7256390" cy="11147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800"/>
                  <a:t>46.7%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ko-K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2800" i="1">
                                <a:latin typeface="Cambria Math" panose="02040503050406030204" pitchFamily="18" charset="0"/>
                              </a:rPr>
                              <m:t>본</m:t>
                            </m:r>
                            <m:r>
                              <a:rPr lang="ko-KR" altLang="en-US" sz="2800" i="1" smtClean="0">
                                <a:latin typeface="Cambria Math" panose="02040503050406030204" pitchFamily="18" charset="0"/>
                              </a:rPr>
                              <m:t>예</m:t>
                            </m:r>
                            <m:r>
                              <a:rPr lang="ko-KR" altLang="en-US" sz="2800" i="1">
                                <a:latin typeface="Cambria Math" panose="02040503050406030204" pitchFamily="18" charset="0"/>
                              </a:rPr>
                              <m:t>산</m:t>
                            </m:r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ko-KR" altLang="en-US" sz="2800" i="1">
                                <a:latin typeface="Cambria Math" panose="02040503050406030204" pitchFamily="18" charset="0"/>
                              </a:rPr>
                              <m:t>이</m:t>
                            </m:r>
                            <m:r>
                              <a:rPr lang="ko-KR" altLang="en-US" sz="2800" i="1" smtClean="0">
                                <a:latin typeface="Cambria Math" panose="02040503050406030204" pitchFamily="18" charset="0"/>
                              </a:rPr>
                              <m:t>월</m:t>
                            </m:r>
                            <m:r>
                              <a:rPr lang="ko-KR" altLang="en-US" sz="2800" i="1">
                                <a:latin typeface="Cambria Math" panose="02040503050406030204" pitchFamily="18" charset="0"/>
                              </a:rPr>
                              <m:t>금</m:t>
                            </m:r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ko-KR" altLang="en-US" sz="2800" i="1">
                                <a:latin typeface="Cambria Math" panose="02040503050406030204" pitchFamily="18" charset="0"/>
                              </a:rPr>
                              <m:t>활</m:t>
                            </m:r>
                            <m:r>
                              <a:rPr lang="ko-KR" altLang="en-US" sz="2800" i="1" smtClean="0">
                                <a:latin typeface="Cambria Math" panose="02040503050406030204" pitchFamily="18" charset="0"/>
                              </a:rPr>
                              <m:t>용</m:t>
                            </m:r>
                            <m:r>
                              <a:rPr lang="ko-KR" altLang="en-US" sz="2800" i="1">
                                <a:latin typeface="Cambria Math" panose="02040503050406030204" pitchFamily="18" charset="0"/>
                              </a:rPr>
                              <m:t>내</m:t>
                            </m:r>
                            <m:r>
                              <a:rPr lang="ko-KR" altLang="en-US" sz="2800" i="1" smtClean="0">
                                <a:latin typeface="Cambria Math" panose="02040503050406030204" pitchFamily="18" charset="0"/>
                              </a:rPr>
                              <m:t>역</m:t>
                            </m:r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altLang="ko-K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2800" i="1">
                                <a:latin typeface="Cambria Math" panose="02040503050406030204" pitchFamily="18" charset="0"/>
                              </a:rPr>
                              <m:t>본</m:t>
                            </m:r>
                            <m:r>
                              <a:rPr lang="ko-KR" altLang="en-US" sz="2800" i="1" smtClean="0">
                                <a:latin typeface="Cambria Math" panose="02040503050406030204" pitchFamily="18" charset="0"/>
                              </a:rPr>
                              <m:t>예</m:t>
                            </m:r>
                            <m:r>
                              <a:rPr lang="ko-KR" altLang="en-US" sz="2800" i="1">
                                <a:latin typeface="Cambria Math" panose="02040503050406030204" pitchFamily="18" charset="0"/>
                              </a:rPr>
                              <m:t>산</m:t>
                            </m:r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ko-KR" altLang="en-US" sz="2800" i="1">
                                <a:latin typeface="Cambria Math" panose="02040503050406030204" pitchFamily="18" charset="0"/>
                              </a:rPr>
                              <m:t>이</m:t>
                            </m:r>
                            <m:r>
                              <a:rPr lang="ko-KR" altLang="en-US" sz="2800" i="1" smtClean="0">
                                <a:latin typeface="Cambria Math" panose="02040503050406030204" pitchFamily="18" charset="0"/>
                              </a:rPr>
                              <m:t>월</m:t>
                            </m:r>
                            <m:r>
                              <a:rPr lang="ko-KR" altLang="en-US" sz="2800" i="1">
                                <a:latin typeface="Cambria Math" panose="02040503050406030204" pitchFamily="18" charset="0"/>
                              </a:rPr>
                              <m:t>금</m:t>
                            </m:r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ko-KR" altLang="en-US" sz="2800" i="1">
                                <a:latin typeface="Cambria Math" panose="02040503050406030204" pitchFamily="18" charset="0"/>
                              </a:rPr>
                              <m:t>편</m:t>
                            </m:r>
                            <m:r>
                              <a:rPr lang="ko-KR" altLang="en-US" sz="2800" i="1" smtClean="0">
                                <a:latin typeface="Cambria Math" panose="02040503050406030204" pitchFamily="18" charset="0"/>
                              </a:rPr>
                              <m:t>성</m:t>
                            </m:r>
                            <m:r>
                              <a:rPr lang="ko-KR" altLang="en-US" sz="2800" i="1">
                                <a:latin typeface="Cambria Math" panose="02040503050406030204" pitchFamily="18" charset="0"/>
                              </a:rPr>
                              <m:t>내</m:t>
                            </m:r>
                            <m:r>
                              <a:rPr lang="ko-KR" altLang="en-US" sz="2800" i="1" smtClean="0">
                                <a:latin typeface="Cambria Math" panose="02040503050406030204" pitchFamily="18" charset="0"/>
                              </a:rPr>
                              <m:t>역</m:t>
                            </m:r>
                          </m:e>
                        </m:d>
                      </m:den>
                    </m:f>
                  </m:oMath>
                </a14:m>
                <a:r>
                  <a:rPr lang="en-US" altLang="ko-KR" sz="2800" b="0"/>
                  <a:t> 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6480F08-0CFF-E23C-CD74-AC7210FF5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7488" y="8331472"/>
                <a:ext cx="7256390" cy="1114729"/>
              </a:xfrm>
              <a:prstGeom prst="rect">
                <a:avLst/>
              </a:prstGeom>
              <a:blipFill>
                <a:blip r:embed="rId4"/>
                <a:stretch>
                  <a:fillRect l="-16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9679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666B441D-A56D-1C57-1458-BE2607B31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">
            <a:extLst>
              <a:ext uri="{FF2B5EF4-FFF2-40B4-BE49-F238E27FC236}">
                <a16:creationId xmlns:a16="http://schemas.microsoft.com/office/drawing/2014/main" id="{F0117F87-BD7F-B977-8CE8-87E76029ACE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968500" y="2277000"/>
            <a:ext cx="12319800" cy="7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6"/>
              </a:buClr>
              <a:buSzPts val="2688"/>
              <a:buFont typeface="Arial"/>
              <a:buNone/>
            </a:pPr>
            <a:r>
              <a:rPr lang="en-US" altLang="ko-KR" sz="3200">
                <a:solidFill>
                  <a:srgbClr val="868787"/>
                </a:solidFill>
              </a:rPr>
              <a:t>2025</a:t>
            </a:r>
            <a:r>
              <a:rPr lang="ko-KR" altLang="en-US" sz="3200">
                <a:solidFill>
                  <a:srgbClr val="868787"/>
                </a:solidFill>
              </a:rPr>
              <a:t>년도 서울대학교 반도체특성화대학 지원사업 현장 실사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99D550D-130D-5DDC-6869-627938CEB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8500" y="3236150"/>
            <a:ext cx="5749036" cy="2085658"/>
          </a:xfrm>
        </p:spPr>
        <p:txBody>
          <a:bodyPr/>
          <a:lstStyle/>
          <a:p>
            <a:r>
              <a:rPr lang="ko-KR" altLang="en-US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458949472"/>
      </p:ext>
    </p:extLst>
  </p:cSld>
  <p:clrMapOvr>
    <a:masterClrMapping/>
  </p:clrMapOvr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1415</TotalTime>
  <Words>117</Words>
  <Application>Microsoft Office PowerPoint</Application>
  <PresentationFormat>사용자 지정</PresentationFormat>
  <Paragraphs>29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Helvetica Neue</vt:lpstr>
      <vt:lpstr>Arial</vt:lpstr>
      <vt:lpstr>Noto Sans KR</vt:lpstr>
      <vt:lpstr>Cambria Math</vt:lpstr>
      <vt:lpstr>함초롬돋움</vt:lpstr>
      <vt:lpstr>21_BasicWhite</vt:lpstr>
      <vt:lpstr>반도체특성화대학지원사업-단독형-서울대학교</vt:lpstr>
      <vt:lpstr>3차년도 사업비 집행 현황 (진명)</vt:lpstr>
      <vt:lpstr>3차년도 사업비 집행 현황 (진명)</vt:lpstr>
      <vt:lpstr>감사합니다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MYUNG JIN</cp:lastModifiedBy>
  <cp:revision>175</cp:revision>
  <dcterms:modified xsi:type="dcterms:W3CDTF">2025-12-05T03:15:38Z</dcterms:modified>
</cp:coreProperties>
</file>